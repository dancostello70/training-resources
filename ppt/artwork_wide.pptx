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4"/>
  </p:sldMasterIdLst>
  <p:notesMasterIdLst>
    <p:notesMasterId r:id="rId21"/>
  </p:notesMasterIdLst>
  <p:handoutMasterIdLst>
    <p:handoutMasterId r:id="rId22"/>
  </p:handoutMasterIdLst>
  <p:sldIdLst>
    <p:sldId id="256" r:id="rId5"/>
    <p:sldId id="269" r:id="rId6"/>
    <p:sldId id="270" r:id="rId7"/>
    <p:sldId id="257" r:id="rId8"/>
    <p:sldId id="274" r:id="rId9"/>
    <p:sldId id="258" r:id="rId10"/>
    <p:sldId id="272" r:id="rId11"/>
    <p:sldId id="263" r:id="rId12"/>
    <p:sldId id="271" r:id="rId13"/>
    <p:sldId id="259" r:id="rId14"/>
    <p:sldId id="260" r:id="rId15"/>
    <p:sldId id="261" r:id="rId16"/>
    <p:sldId id="262" r:id="rId17"/>
    <p:sldId id="266" r:id="rId18"/>
    <p:sldId id="268" r:id="rId19"/>
    <p:sldId id="273" r:id="rId20"/>
  </p:sldIdLst>
  <p:sldSz cx="12192000" cy="6858000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FF"/>
    <a:srgbClr val="B823E1"/>
    <a:srgbClr val="FF99FF"/>
    <a:srgbClr val="FF99CC"/>
    <a:srgbClr val="000000"/>
    <a:srgbClr val="FFFFFF"/>
    <a:srgbClr val="3E8D2B"/>
    <a:srgbClr val="50B638"/>
    <a:srgbClr val="69CA52"/>
    <a:srgbClr val="ADE2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207" autoAdjust="0"/>
    <p:restoredTop sz="98435" autoAdjust="0"/>
  </p:normalViewPr>
  <p:slideViewPr>
    <p:cSldViewPr snapToGrid="0">
      <p:cViewPr varScale="1">
        <p:scale>
          <a:sx n="107" d="100"/>
          <a:sy n="107" d="100"/>
        </p:scale>
        <p:origin x="888" y="10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-1500" y="648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458" name="Rectangle 2">
            <a:extLst>
              <a:ext uri="{FF2B5EF4-FFF2-40B4-BE49-F238E27FC236}">
                <a16:creationId xmlns:a16="http://schemas.microsoft.com/office/drawing/2014/main" id="{9657399D-3053-4BCB-81CA-E9483823395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87459" name="Rectangle 3">
            <a:extLst>
              <a:ext uri="{FF2B5EF4-FFF2-40B4-BE49-F238E27FC236}">
                <a16:creationId xmlns:a16="http://schemas.microsoft.com/office/drawing/2014/main" id="{96D46105-9B74-4E6B-A770-C7509683C9A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87460" name="Rectangle 4">
            <a:extLst>
              <a:ext uri="{FF2B5EF4-FFF2-40B4-BE49-F238E27FC236}">
                <a16:creationId xmlns:a16="http://schemas.microsoft.com/office/drawing/2014/main" id="{056904E0-F409-4BE5-9D72-B3281A322F8A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87461" name="Rectangle 5">
            <a:extLst>
              <a:ext uri="{FF2B5EF4-FFF2-40B4-BE49-F238E27FC236}">
                <a16:creationId xmlns:a16="http://schemas.microsoft.com/office/drawing/2014/main" id="{EBE6371B-7CBB-433D-A1FA-789CDE0347C2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/>
            </a:lvl1pPr>
          </a:lstStyle>
          <a:p>
            <a:pPr>
              <a:defRPr/>
            </a:pPr>
            <a:fld id="{363944FD-E7D1-4BD8-A462-B3CED0C52A1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2E1E34E-0E78-44DA-A905-79A4A342892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38125"/>
            <a:ext cx="3038475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0" rIns="91440" bIns="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solidFill>
                  <a:srgbClr val="336699"/>
                </a:solidFill>
              </a:defRPr>
            </a:lvl1pPr>
          </a:lstStyle>
          <a:p>
            <a:pPr>
              <a:defRPr/>
            </a:pPr>
            <a:r>
              <a:rPr lang="en-US"/>
              <a:t>Module 0: Introduction</a:t>
            </a:r>
            <a:endParaRPr lang="en-US" b="0">
              <a:latin typeface="Segoe Semibold" pitchFamily="34" charset="0"/>
            </a:endParaRPr>
          </a:p>
          <a:p>
            <a:pPr>
              <a:defRPr/>
            </a:pPr>
            <a:endParaRPr lang="en-US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C7381BAC-FCB9-4B4A-9FFA-C1CBF096D28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0" y="0"/>
            <a:ext cx="3038475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/>
            </a:lvl1pPr>
          </a:lstStyle>
          <a:p>
            <a:pPr>
              <a:defRPr/>
            </a:pPr>
            <a:r>
              <a:rPr lang="en-US"/>
              <a:t>Course 2310C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4BFA6F35-B510-44D5-9B10-EFAED8A0A02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946525" y="76200"/>
            <a:ext cx="3370263" cy="18970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E50236F1-98E4-4C0B-9FAE-0E9CDF7D64C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14325" y="2166938"/>
            <a:ext cx="6286500" cy="686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2A19DCED-C640-4C33-955E-6A3171C3AC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EFFB235-7B50-4A40-BAA5-1DC4671A256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/>
  <p:notesStyle>
    <a:lvl1pPr algn="l" rtl="0" eaLnBrk="0" fontAlgn="base" hangingPunct="0">
      <a:spcBef>
        <a:spcPct val="0"/>
      </a:spcBef>
      <a:spcAft>
        <a:spcPct val="60000"/>
      </a:spcAft>
      <a:defRPr sz="1000"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342900" indent="-114300" algn="l" rtl="0" eaLnBrk="0" fontAlgn="base" hangingPunct="0">
      <a:spcBef>
        <a:spcPct val="0"/>
      </a:spcBef>
      <a:spcAft>
        <a:spcPct val="60000"/>
      </a:spcAft>
      <a:buClr>
        <a:srgbClr val="336699"/>
      </a:buClr>
      <a:buChar char="•"/>
      <a:defRPr sz="1000"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60000"/>
      </a:spcAft>
      <a:defRPr sz="1000"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60000"/>
      </a:spcAft>
      <a:defRPr sz="1000"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60000"/>
      </a:spcAft>
      <a:defRPr sz="1000"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title_slide_160dpi">
            <a:extLst>
              <a:ext uri="{FF2B5EF4-FFF2-40B4-BE49-F238E27FC236}">
                <a16:creationId xmlns:a16="http://schemas.microsoft.com/office/drawing/2014/main" id="{2B3E5DA9-76E8-40D7-9FC7-73279F4AB9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/>
          </p:nvPr>
        </p:nvSpPr>
        <p:spPr>
          <a:xfrm>
            <a:off x="1" y="804864"/>
            <a:ext cx="10037233" cy="2073275"/>
          </a:xfrm>
          <a:ln algn="ctr"/>
        </p:spPr>
        <p:txBody>
          <a:bodyPr tIns="0" rIns="0" bIns="0">
            <a:spAutoFit/>
          </a:bodyPr>
          <a:lstStyle>
            <a:lvl1pPr algn="r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000">
                <a:latin typeface="Segoe Light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4597400" y="2720975"/>
            <a:ext cx="5537200" cy="1030288"/>
          </a:xfrm>
        </p:spPr>
        <p:txBody>
          <a:bodyPr lIns="91440" tIns="45720" rIns="91440" bIns="45720"/>
          <a:lstStyle>
            <a:lvl1pPr marL="0" indent="0" algn="r">
              <a:lnSpc>
                <a:spcPct val="95000"/>
              </a:lnSpc>
              <a:spcBef>
                <a:spcPct val="60000"/>
              </a:spcBef>
              <a:buFontTx/>
              <a:buNone/>
              <a:defRPr sz="2600">
                <a:latin typeface="Segoe Semibold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917614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38083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99407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718" y="992188"/>
            <a:ext cx="5065183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80101" y="992188"/>
            <a:ext cx="5067300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31899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74337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4669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1036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06824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0011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73101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88351" y="0"/>
            <a:ext cx="2590800" cy="53784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1718" y="0"/>
            <a:ext cx="7573433" cy="5378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048676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7">
            <a:extLst>
              <a:ext uri="{FF2B5EF4-FFF2-40B4-BE49-F238E27FC236}">
                <a16:creationId xmlns:a16="http://schemas.microsoft.com/office/drawing/2014/main" id="{7257C405-F233-4F93-946B-989C784380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457200"/>
            <a:ext cx="105664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8">
            <a:extLst>
              <a:ext uri="{FF2B5EF4-FFF2-40B4-BE49-F238E27FC236}">
                <a16:creationId xmlns:a16="http://schemas.microsoft.com/office/drawing/2014/main" id="{F467F950-0B6F-4AE2-AE7B-62424B2239FB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5562600"/>
            <a:ext cx="9494838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7" name="Picture 11" descr="onlc_logo_small.jpg">
            <a:extLst>
              <a:ext uri="{FF2B5EF4-FFF2-40B4-BE49-F238E27FC236}">
                <a16:creationId xmlns:a16="http://schemas.microsoft.com/office/drawing/2014/main" id="{37EE8AAB-11C1-43B1-A5F2-391DD92EE7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000" y="5608638"/>
            <a:ext cx="3378200" cy="1173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12801" y="457200"/>
            <a:ext cx="10164233" cy="685800"/>
          </a:xfrm>
        </p:spPr>
        <p:txBody>
          <a:bodyPr/>
          <a:lstStyle>
            <a:lvl1pPr>
              <a:defRPr sz="4000" b="0"/>
            </a:lvl1pPr>
          </a:lstStyle>
          <a:p>
            <a:r>
              <a:rPr lang="en-US" altLang="en-US" dirty="0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12800" y="2286000"/>
            <a:ext cx="8737600" cy="3048000"/>
          </a:xfrm>
        </p:spPr>
        <p:txBody>
          <a:bodyPr/>
          <a:lstStyle>
            <a:lvl1pPr marL="0" indent="0">
              <a:buFontTx/>
              <a:buNone/>
              <a:defRPr sz="2400" b="0"/>
            </a:lvl1pPr>
          </a:lstStyle>
          <a:p>
            <a:r>
              <a:rPr lang="en-US" altLang="en-US" dirty="0"/>
              <a:t>Click to edit Master subtitle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812800" y="1143000"/>
            <a:ext cx="10160000" cy="1066800"/>
          </a:xfrm>
        </p:spPr>
        <p:txBody>
          <a:bodyPr/>
          <a:lstStyle>
            <a:lvl1pPr algn="l">
              <a:buNone/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CDE7F1B5-0879-461F-B73E-668D2B642CFA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xfrm>
            <a:off x="0" y="0"/>
            <a:ext cx="0" cy="0"/>
          </a:xfr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186730C3-D68B-4307-9BE0-A9B76E14134C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xfrm>
            <a:off x="4165600" y="6243638"/>
            <a:ext cx="3860800" cy="457200"/>
          </a:xfr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74C445D1-76FE-4E4A-9AB0-E98BE62E3AC6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>
          <a:xfrm>
            <a:off x="0" y="0"/>
            <a:ext cx="0" cy="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mtClean="0"/>
            </a:lvl1pPr>
          </a:lstStyle>
          <a:p>
            <a:pPr>
              <a:defRPr/>
            </a:pPr>
            <a:fld id="{7C391F49-B364-402F-AC90-A546E885E08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4787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" descr="slide2-coverstyle_160dpi.jpg">
            <a:extLst>
              <a:ext uri="{FF2B5EF4-FFF2-40B4-BE49-F238E27FC236}">
                <a16:creationId xmlns:a16="http://schemas.microsoft.com/office/drawing/2014/main" id="{3D8288D2-5787-4273-A8A2-32D8E32FA24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9537"/>
          <a:stretch>
            <a:fillRect/>
          </a:stretch>
        </p:blipFill>
        <p:spPr bwMode="auto">
          <a:xfrm>
            <a:off x="0" y="0"/>
            <a:ext cx="12192000" cy="71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8" descr="slide2-coverstyle_160dpi">
            <a:extLst>
              <a:ext uri="{FF2B5EF4-FFF2-40B4-BE49-F238E27FC236}">
                <a16:creationId xmlns:a16="http://schemas.microsoft.com/office/drawing/2014/main" id="{A42CFE6C-483C-4EA9-B832-01F5DD5D67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50025"/>
            <a:ext cx="12192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Rectangle 9">
            <a:extLst>
              <a:ext uri="{FF2B5EF4-FFF2-40B4-BE49-F238E27FC236}">
                <a16:creationId xmlns:a16="http://schemas.microsoft.com/office/drawing/2014/main" id="{D760877A-1B60-4704-B1BD-138EE44D4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" y="731838"/>
            <a:ext cx="12180888" cy="6111875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 algn="ctr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defRPr/>
            </a:pPr>
            <a:endParaRPr lang="en-GB" altLang="en-US"/>
          </a:p>
        </p:txBody>
      </p:sp>
      <p:sp>
        <p:nvSpPr>
          <p:cNvPr id="1029" name="Rectangle 4">
            <a:extLst>
              <a:ext uri="{FF2B5EF4-FFF2-40B4-BE49-F238E27FC236}">
                <a16:creationId xmlns:a16="http://schemas.microsoft.com/office/drawing/2014/main" id="{B2946D16-15AA-488E-8B09-210935A237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14363" y="0"/>
            <a:ext cx="10364787" cy="74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Slide Title</a:t>
            </a:r>
          </a:p>
        </p:txBody>
      </p:sp>
      <p:sp>
        <p:nvSpPr>
          <p:cNvPr id="1030" name="Rectangle 5">
            <a:extLst>
              <a:ext uri="{FF2B5EF4-FFF2-40B4-BE49-F238E27FC236}">
                <a16:creationId xmlns:a16="http://schemas.microsoft.com/office/drawing/2014/main" id="{4C6D6093-AD3A-4A0F-B794-F5B58F1BA0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992188"/>
            <a:ext cx="10336212" cy="438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Body Text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2" r:id="rId12"/>
  </p:sldLayoutIdLst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anose="05000000000000000000" pitchFamily="2" charset="2"/>
        <a:defRPr sz="2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anose="05000000000000000000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anose="05000000000000000000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anose="05000000000000000000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anose="05000000000000000000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0" fontAlgn="base" hangingPunct="0">
        <a:lnSpc>
          <a:spcPct val="90000"/>
        </a:lnSpc>
        <a:spcBef>
          <a:spcPct val="70000"/>
        </a:spcBef>
        <a:spcAft>
          <a:spcPct val="0"/>
        </a:spcAft>
        <a:buClr>
          <a:schemeClr val="hlink"/>
        </a:buClr>
        <a:buSzPct val="9000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458788" indent="-169863" algn="l" rtl="0" eaLnBrk="0" fontAlgn="base" hangingPunct="0">
        <a:lnSpc>
          <a:spcPct val="90000"/>
        </a:lnSpc>
        <a:spcBef>
          <a:spcPct val="7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2pPr>
      <a:lvl3pPr marL="854075" indent="-173038" algn="l" rtl="0" eaLnBrk="0" fontAlgn="base" hangingPunct="0">
        <a:lnSpc>
          <a:spcPct val="90000"/>
        </a:lnSpc>
        <a:spcBef>
          <a:spcPct val="70000"/>
        </a:spcBef>
        <a:spcAft>
          <a:spcPct val="0"/>
        </a:spcAft>
        <a:buClr>
          <a:schemeClr val="bg2"/>
        </a:buClr>
        <a:buSzPct val="80000"/>
        <a:buChar char="•"/>
        <a:defRPr>
          <a:solidFill>
            <a:schemeClr val="tx1"/>
          </a:solidFill>
          <a:latin typeface="+mn-lt"/>
        </a:defRPr>
      </a:lvl3pPr>
      <a:lvl4pPr marL="1254125" indent="-165100" algn="l" rtl="0" eaLnBrk="0" fontAlgn="base" hangingPunct="0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Font typeface="Segoe" pitchFamily="34" charset="0"/>
        <a:buChar char="-"/>
        <a:defRPr sz="1600">
          <a:solidFill>
            <a:schemeClr val="tx1"/>
          </a:solidFill>
          <a:latin typeface="+mn-lt"/>
        </a:defRPr>
      </a:lvl4pPr>
      <a:lvl5pPr marL="1544638" indent="-168275" algn="l" rtl="0" eaLnBrk="0" fontAlgn="base" hangingPunct="0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5pPr>
      <a:lvl6pPr marL="2001838" indent="-168275" algn="l" rtl="0" fontAlgn="base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fontAlgn="base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fontAlgn="base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fontAlgn="base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mailto:danc@onlc.com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7.xml"/><Relationship Id="rId4" Type="http://schemas.openxmlformats.org/officeDocument/2006/relationships/hyperlink" Target="mailto:danc@onlc.com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7.xml"/><Relationship Id="rId4" Type="http://schemas.openxmlformats.org/officeDocument/2006/relationships/hyperlink" Target="mailto:danc@onlc.com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7.xml"/><Relationship Id="rId5" Type="http://schemas.openxmlformats.org/officeDocument/2006/relationships/hyperlink" Target="mailto:danc@onlc.com" TargetMode="Externa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7.xml"/><Relationship Id="rId5" Type="http://schemas.openxmlformats.org/officeDocument/2006/relationships/hyperlink" Target="mailto:danc@onlc.com" TargetMode="Externa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7.xml"/><Relationship Id="rId4" Type="http://schemas.openxmlformats.org/officeDocument/2006/relationships/hyperlink" Target="mailto:danc@onlc.com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7.xml"/><Relationship Id="rId4" Type="http://schemas.openxmlformats.org/officeDocument/2006/relationships/hyperlink" Target="mailto:danc@onlc.com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mailto:danc@onlc.com" TargetMode="External"/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mailto:danc@onlc.com" TargetMode="External"/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mailto:danc@onlc.com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mailto:danc@onlc.com" TargetMode="Externa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hyperlink" Target="http://www.onlc.com/eval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mailto:danc@onlc.com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5">
            <a:extLst>
              <a:ext uri="{FF2B5EF4-FFF2-40B4-BE49-F238E27FC236}">
                <a16:creationId xmlns:a16="http://schemas.microsoft.com/office/drawing/2014/main" id="{6511F45F-40DE-40D2-A121-020B9BBB4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38" y="0"/>
            <a:ext cx="12192000" cy="6858000"/>
          </a:xfrm>
          <a:prstGeom prst="rect">
            <a:avLst/>
          </a:prstGeom>
          <a:solidFill>
            <a:srgbClr val="FFFFFF">
              <a:alpha val="50195"/>
            </a:srgbClr>
          </a:solidFill>
          <a:ln>
            <a:noFill/>
          </a:ln>
          <a:effectLst>
            <a:outerShdw dist="53882" dir="2700000" algn="ctr" rotWithShape="0">
              <a:srgbClr val="919191">
                <a:alpha val="5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6147" name="WordArt 4">
            <a:extLst>
              <a:ext uri="{FF2B5EF4-FFF2-40B4-BE49-F238E27FC236}">
                <a16:creationId xmlns:a16="http://schemas.microsoft.com/office/drawing/2014/main" id="{D04AF0DE-3CD2-4BF6-9FE2-C16DCD63FE0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0" y="203200"/>
            <a:ext cx="7237413" cy="2432050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87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pPr algn="ctr"/>
            <a:r>
              <a:rPr lang="en-US" sz="36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 panose="020B0806030902050204" pitchFamily="34" charset="0"/>
              </a:rPr>
              <a:t>Good Morning</a:t>
            </a:r>
          </a:p>
        </p:txBody>
      </p:sp>
      <p:sp>
        <p:nvSpPr>
          <p:cNvPr id="6149" name="Text Box 7">
            <a:extLst>
              <a:ext uri="{FF2B5EF4-FFF2-40B4-BE49-F238E27FC236}">
                <a16:creationId xmlns:a16="http://schemas.microsoft.com/office/drawing/2014/main" id="{D81F80B9-6958-4736-9540-27E60E628E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7988" y="6143625"/>
            <a:ext cx="8680450" cy="366713"/>
          </a:xfrm>
          <a:prstGeom prst="rect">
            <a:avLst/>
          </a:prstGeom>
          <a:noFill/>
          <a:ln>
            <a:noFill/>
          </a:ln>
          <a:effectLst>
            <a:outerShdw dist="53882" dir="2700000" algn="ctr" rotWithShape="0">
              <a:srgbClr val="919191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/>
              <a:t>Instructor: Dan Costello, MCT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8DEDB8-B4F2-9D2A-DEFE-A5CE8922DAD8}"/>
              </a:ext>
            </a:extLst>
          </p:cNvPr>
          <p:cNvSpPr/>
          <p:nvPr/>
        </p:nvSpPr>
        <p:spPr>
          <a:xfrm>
            <a:off x="8561293" y="1092976"/>
            <a:ext cx="3230516" cy="23360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5400" spc="-300" dirty="0">
                <a:ln w="22225">
                  <a:solidFill>
                    <a:srgbClr val="6666FF"/>
                  </a:solidFill>
                  <a:prstDash val="solid"/>
                </a:ln>
                <a:solidFill>
                  <a:srgbClr val="B823E1"/>
                </a:solidFill>
                <a:effectLst>
                  <a:outerShdw blurRad="50800" dist="38100" dir="2520000" algn="t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We will start at 10:00 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42674A8-B19F-4D5D-B0D9-7A8B0D3E4C8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812800" y="457200"/>
            <a:ext cx="10164763" cy="685800"/>
          </a:xfrm>
        </p:spPr>
        <p:txBody>
          <a:bodyPr/>
          <a:lstStyle/>
          <a:p>
            <a:pPr eaLnBrk="1" hangingPunct="1"/>
            <a:r>
              <a:rPr lang="en-US" altLang="en-US" sz="3600" b="1"/>
              <a:t>Course Title Here</a:t>
            </a:r>
            <a:br>
              <a:rPr lang="en-US" altLang="en-US" sz="3600"/>
            </a:br>
            <a:endParaRPr lang="en-US" altLang="en-US" sz="2400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29FE42AA-37AA-4850-AB7A-BFC1E733EA1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812800" y="2133600"/>
            <a:ext cx="8369300" cy="3200400"/>
          </a:xfrm>
        </p:spPr>
        <p:txBody>
          <a:bodyPr/>
          <a:lstStyle/>
          <a:p>
            <a:pPr lvl="1" eaLnBrk="1" hangingPunct="1">
              <a:spcBef>
                <a:spcPts val="2400"/>
              </a:spcBef>
            </a:pPr>
            <a:r>
              <a:rPr lang="en-US" altLang="en-US" sz="2400"/>
              <a:t>Class begins at 10 Eastern time</a:t>
            </a:r>
          </a:p>
          <a:p>
            <a:pPr lvl="1" eaLnBrk="1" hangingPunct="1">
              <a:spcBef>
                <a:spcPts val="1800"/>
              </a:spcBef>
            </a:pPr>
            <a:r>
              <a:rPr lang="en-US" altLang="en-US" sz="2400"/>
              <a:t>For Class Audio Connection: </a:t>
            </a:r>
          </a:p>
          <a:p>
            <a:pPr lvl="2" eaLnBrk="1" hangingPunct="1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/>
              <a:t>ONLC Office Locations – </a:t>
            </a:r>
            <a:br>
              <a:rPr lang="en-US" altLang="en-US"/>
            </a:br>
            <a:r>
              <a:rPr lang="en-US" altLang="en-US"/>
              <a:t>Audio is connected over Jabra™ speaker</a:t>
            </a:r>
          </a:p>
          <a:p>
            <a:pPr lvl="2" eaLnBrk="1" hangingPunct="1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/>
              <a:t>Home or Office – </a:t>
            </a:r>
            <a:br>
              <a:rPr lang="en-US" altLang="en-US"/>
            </a:br>
            <a:r>
              <a:rPr lang="en-US" altLang="en-US"/>
              <a:t>Call: xxx-xxx-xxxx Access Code: xxx xxx xxx#</a:t>
            </a:r>
            <a:br>
              <a:rPr lang="en-US" altLang="en-US"/>
            </a:br>
            <a:r>
              <a:rPr lang="en-US" altLang="en-US"/>
              <a:t>Enter the audio pin shown in the GoToMeeting panel</a:t>
            </a:r>
          </a:p>
          <a:p>
            <a:pPr lvl="1" eaLnBrk="1" hangingPunct="1">
              <a:spcBef>
                <a:spcPts val="1800"/>
              </a:spcBef>
            </a:pPr>
            <a:r>
              <a:rPr lang="en-US" altLang="en-US" sz="2400"/>
              <a:t>If you need assistance, call 800-288-8221</a:t>
            </a:r>
          </a:p>
        </p:txBody>
      </p:sp>
      <p:sp>
        <p:nvSpPr>
          <p:cNvPr id="7172" name="Text Placeholder 6">
            <a:extLst>
              <a:ext uri="{FF2B5EF4-FFF2-40B4-BE49-F238E27FC236}">
                <a16:creationId xmlns:a16="http://schemas.microsoft.com/office/drawing/2014/main" id="{CE9B7081-8E80-4C90-9423-FEB05FBBE6CF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>
          <a:xfrm>
            <a:off x="1041400" y="1143000"/>
            <a:ext cx="6677025" cy="1066800"/>
          </a:xfrm>
        </p:spPr>
        <p:txBody>
          <a:bodyPr/>
          <a:lstStyle/>
          <a:p>
            <a:pPr eaLnBrk="1" hangingPunct="1"/>
            <a:r>
              <a:rPr lang="en-US" altLang="en-US" sz="2400" b="1" dirty="0"/>
              <a:t>Instructor:  </a:t>
            </a:r>
            <a:r>
              <a:rPr lang="en-US" altLang="en-US" sz="2400" dirty="0"/>
              <a:t>Dan Costello</a:t>
            </a:r>
            <a:br>
              <a:rPr lang="en-US" altLang="en-US" sz="2400" dirty="0"/>
            </a:br>
            <a:r>
              <a:rPr lang="en-US" altLang="en-US" sz="2400" b="1" dirty="0"/>
              <a:t>   Email:  </a:t>
            </a:r>
            <a:r>
              <a:rPr lang="en-US" altLang="en-US" sz="2400" dirty="0"/>
              <a:t>danc@onlc.com</a:t>
            </a:r>
          </a:p>
        </p:txBody>
      </p:sp>
      <p:pic>
        <p:nvPicPr>
          <p:cNvPr id="7173" name="Picture 9" descr="Jabra.gif">
            <a:extLst>
              <a:ext uri="{FF2B5EF4-FFF2-40B4-BE49-F238E27FC236}">
                <a16:creationId xmlns:a16="http://schemas.microsoft.com/office/drawing/2014/main" id="{2694A66A-DE1A-4027-B27E-C6CB3DD356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7463" y="3048000"/>
            <a:ext cx="1600200" cy="148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E4BB17F-DE11-48A1-9B2A-A52D9D542B33}"/>
              </a:ext>
            </a:extLst>
          </p:cNvPr>
          <p:cNvCxnSpPr/>
          <p:nvPr/>
        </p:nvCxnSpPr>
        <p:spPr>
          <a:xfrm>
            <a:off x="9182100" y="3816350"/>
            <a:ext cx="838200" cy="0"/>
          </a:xfrm>
          <a:prstGeom prst="straightConnector1">
            <a:avLst/>
          </a:prstGeom>
          <a:ln w="19050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66B8393C-BB16-4819-B420-600DB80825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Jabra Speaker</a:t>
            </a:r>
          </a:p>
        </p:txBody>
      </p:sp>
      <p:pic>
        <p:nvPicPr>
          <p:cNvPr id="8195" name="Content Placeholder 3" descr="jabraSpeak.jpg">
            <a:extLst>
              <a:ext uri="{FF2B5EF4-FFF2-40B4-BE49-F238E27FC236}">
                <a16:creationId xmlns:a16="http://schemas.microsoft.com/office/drawing/2014/main" id="{6FC63A64-BAD3-4B04-AB42-D60B7BC1A07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24"/>
          <a:stretch>
            <a:fillRect/>
          </a:stretch>
        </p:blipFill>
        <p:spPr>
          <a:xfrm>
            <a:off x="4038600" y="1524000"/>
            <a:ext cx="3744913" cy="3478213"/>
          </a:xfrm>
        </p:spPr>
      </p:pic>
      <p:sp>
        <p:nvSpPr>
          <p:cNvPr id="8196" name="AutoShape 16">
            <a:extLst>
              <a:ext uri="{FF2B5EF4-FFF2-40B4-BE49-F238E27FC236}">
                <a16:creationId xmlns:a16="http://schemas.microsoft.com/office/drawing/2014/main" id="{AA7DEEB4-1EFB-4D2D-BED2-CDBD6E159B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6900" y="1689100"/>
            <a:ext cx="466725" cy="377825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70000"/>
              </a:spcBef>
              <a:buClr>
                <a:schemeClr val="hlink"/>
              </a:buClr>
              <a:buSzPct val="90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7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70000"/>
              </a:spcBef>
              <a:buClr>
                <a:schemeClr val="bg2"/>
              </a:buClr>
              <a:buSzPct val="80000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70000"/>
              </a:spcBef>
              <a:buClr>
                <a:srgbClr val="2D4A6D"/>
              </a:buClr>
              <a:buSzPct val="90000"/>
              <a:buFont typeface="Segoe" pitchFamily="34" charset="0"/>
              <a:buChar char="-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70000"/>
              </a:spcBef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8197" name="AutoShape 17">
            <a:extLst>
              <a:ext uri="{FF2B5EF4-FFF2-40B4-BE49-F238E27FC236}">
                <a16:creationId xmlns:a16="http://schemas.microsoft.com/office/drawing/2014/main" id="{493EA019-AA48-4348-984A-08C286BAB5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1538" y="3206750"/>
            <a:ext cx="430212" cy="301625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70000"/>
              </a:spcBef>
              <a:buClr>
                <a:schemeClr val="hlink"/>
              </a:buClr>
              <a:buSzPct val="90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7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70000"/>
              </a:spcBef>
              <a:buClr>
                <a:schemeClr val="bg2"/>
              </a:buClr>
              <a:buSzPct val="80000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70000"/>
              </a:spcBef>
              <a:buClr>
                <a:srgbClr val="2D4A6D"/>
              </a:buClr>
              <a:buSzPct val="90000"/>
              <a:buFont typeface="Segoe" pitchFamily="34" charset="0"/>
              <a:buChar char="-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70000"/>
              </a:spcBef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8198" name="AutoShape 18">
            <a:extLst>
              <a:ext uri="{FF2B5EF4-FFF2-40B4-BE49-F238E27FC236}">
                <a16:creationId xmlns:a16="http://schemas.microsoft.com/office/drawing/2014/main" id="{43942741-109A-4540-B985-7991706BC4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8775" y="3175000"/>
            <a:ext cx="476250" cy="333375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70000"/>
              </a:spcBef>
              <a:buClr>
                <a:schemeClr val="hlink"/>
              </a:buClr>
              <a:buSzPct val="90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7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70000"/>
              </a:spcBef>
              <a:buClr>
                <a:schemeClr val="bg2"/>
              </a:buClr>
              <a:buSzPct val="80000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70000"/>
              </a:spcBef>
              <a:buClr>
                <a:srgbClr val="2D4A6D"/>
              </a:buClr>
              <a:buSzPct val="90000"/>
              <a:buFont typeface="Segoe" pitchFamily="34" charset="0"/>
              <a:buChar char="-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70000"/>
              </a:spcBef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8199" name="Text Box 19">
            <a:extLst>
              <a:ext uri="{FF2B5EF4-FFF2-40B4-BE49-F238E27FC236}">
                <a16:creationId xmlns:a16="http://schemas.microsoft.com/office/drawing/2014/main" id="{D5708DAA-F359-4E73-A173-2C20CB00B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1066800"/>
            <a:ext cx="28765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70000"/>
              </a:spcBef>
              <a:buClr>
                <a:schemeClr val="hlink"/>
              </a:buClr>
              <a:buSzPct val="90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7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70000"/>
              </a:spcBef>
              <a:buClr>
                <a:schemeClr val="bg2"/>
              </a:buClr>
              <a:buSzPct val="80000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70000"/>
              </a:spcBef>
              <a:buClr>
                <a:srgbClr val="2D4A6D"/>
              </a:buClr>
              <a:buSzPct val="90000"/>
              <a:buFont typeface="Segoe" pitchFamily="34" charset="0"/>
              <a:buChar char="-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70000"/>
              </a:spcBef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Arial Narrow" panose="020B0606020202030204" pitchFamily="34" charset="0"/>
              </a:rPr>
              <a:t>Mute Button – A ring of red lights appears around the speaker when the phone is muted. </a:t>
            </a:r>
            <a:br>
              <a:rPr lang="en-US" altLang="en-US" sz="1200">
                <a:latin typeface="Arial Narrow" panose="020B0606020202030204" pitchFamily="34" charset="0"/>
              </a:rPr>
            </a:br>
            <a:r>
              <a:rPr lang="en-US" altLang="en-US" sz="1200">
                <a:latin typeface="Arial Narrow" panose="020B0606020202030204" pitchFamily="34" charset="0"/>
              </a:rPr>
              <a:t>A single white light appears above the Jabra logo when the phone is not muted. 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900">
              <a:latin typeface="Times New Roman" panose="02020603050405020304" pitchFamily="18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cxnSp>
        <p:nvCxnSpPr>
          <p:cNvPr id="8200" name="AutoShape 20">
            <a:extLst>
              <a:ext uri="{FF2B5EF4-FFF2-40B4-BE49-F238E27FC236}">
                <a16:creationId xmlns:a16="http://schemas.microsoft.com/office/drawing/2014/main" id="{3438799A-80D8-409E-ADD7-53E1FA16DDD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124575" y="1482725"/>
            <a:ext cx="447675" cy="257175"/>
          </a:xfrm>
          <a:prstGeom prst="straightConnector1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201" name="Text Box 21">
            <a:extLst>
              <a:ext uri="{FF2B5EF4-FFF2-40B4-BE49-F238E27FC236}">
                <a16:creationId xmlns:a16="http://schemas.microsoft.com/office/drawing/2014/main" id="{3F0C2B03-538B-4E8E-9A62-A041AEE7BD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2819400"/>
            <a:ext cx="86995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70000"/>
              </a:spcBef>
              <a:buClr>
                <a:schemeClr val="hlink"/>
              </a:buClr>
              <a:buSzPct val="90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7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70000"/>
              </a:spcBef>
              <a:buClr>
                <a:schemeClr val="bg2"/>
              </a:buClr>
              <a:buSzPct val="80000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70000"/>
              </a:spcBef>
              <a:buClr>
                <a:srgbClr val="2D4A6D"/>
              </a:buClr>
              <a:buSzPct val="90000"/>
              <a:buFont typeface="Segoe" pitchFamily="34" charset="0"/>
              <a:buChar char="-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70000"/>
              </a:spcBef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Arial Narrow" panose="020B0606020202030204" pitchFamily="34" charset="0"/>
              </a:rPr>
              <a:t>Volume Up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900">
              <a:latin typeface="Times New Roman" panose="02020603050405020304" pitchFamily="18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cxnSp>
        <p:nvCxnSpPr>
          <p:cNvPr id="8202" name="AutoShape 22">
            <a:extLst>
              <a:ext uri="{FF2B5EF4-FFF2-40B4-BE49-F238E27FC236}">
                <a16:creationId xmlns:a16="http://schemas.microsoft.com/office/drawing/2014/main" id="{E49C6E48-CFC0-47E6-9388-ADBC5C3ADC1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651750" y="3009900"/>
            <a:ext cx="446088" cy="168275"/>
          </a:xfrm>
          <a:prstGeom prst="straightConnector1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203" name="Text Box 23">
            <a:extLst>
              <a:ext uri="{FF2B5EF4-FFF2-40B4-BE49-F238E27FC236}">
                <a16:creationId xmlns:a16="http://schemas.microsoft.com/office/drawing/2014/main" id="{F7C7E089-D3FC-4E86-9263-8AE54D0C93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0" y="2808288"/>
            <a:ext cx="86995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70000"/>
              </a:spcBef>
              <a:buClr>
                <a:schemeClr val="hlink"/>
              </a:buClr>
              <a:buSzPct val="90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7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70000"/>
              </a:spcBef>
              <a:buClr>
                <a:schemeClr val="bg2"/>
              </a:buClr>
              <a:buSzPct val="80000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70000"/>
              </a:spcBef>
              <a:buClr>
                <a:srgbClr val="2D4A6D"/>
              </a:buClr>
              <a:buSzPct val="90000"/>
              <a:buFont typeface="Segoe" pitchFamily="34" charset="0"/>
              <a:buChar char="-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70000"/>
              </a:spcBef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Arial Narrow" panose="020B0606020202030204" pitchFamily="34" charset="0"/>
              </a:rPr>
              <a:t>Volume Down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900">
              <a:latin typeface="Times New Roman" panose="02020603050405020304" pitchFamily="18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cxnSp>
        <p:nvCxnSpPr>
          <p:cNvPr id="8204" name="AutoShape 24">
            <a:extLst>
              <a:ext uri="{FF2B5EF4-FFF2-40B4-BE49-F238E27FC236}">
                <a16:creationId xmlns:a16="http://schemas.microsoft.com/office/drawing/2014/main" id="{3F4256B4-AEFC-408A-AB53-FF30B4B61B3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849688" y="3009900"/>
            <a:ext cx="271462" cy="165100"/>
          </a:xfrm>
          <a:prstGeom prst="straightConnector1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205" name="AutoShape 25">
            <a:extLst>
              <a:ext uri="{FF2B5EF4-FFF2-40B4-BE49-F238E27FC236}">
                <a16:creationId xmlns:a16="http://schemas.microsoft.com/office/drawing/2014/main" id="{97721D39-F681-4950-A8B3-08E67633BF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3988" y="4446588"/>
            <a:ext cx="430212" cy="303212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70000"/>
              </a:spcBef>
              <a:buClr>
                <a:schemeClr val="hlink"/>
              </a:buClr>
              <a:buSzPct val="90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7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70000"/>
              </a:spcBef>
              <a:buClr>
                <a:schemeClr val="bg2"/>
              </a:buClr>
              <a:buSzPct val="80000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70000"/>
              </a:spcBef>
              <a:buClr>
                <a:srgbClr val="2D4A6D"/>
              </a:buClr>
              <a:buSzPct val="90000"/>
              <a:buFont typeface="Segoe" pitchFamily="34" charset="0"/>
              <a:buChar char="-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70000"/>
              </a:spcBef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8206" name="Text Box 26">
            <a:extLst>
              <a:ext uri="{FF2B5EF4-FFF2-40B4-BE49-F238E27FC236}">
                <a16:creationId xmlns:a16="http://schemas.microsoft.com/office/drawing/2014/main" id="{DFDBB13B-696A-440C-BC10-F204C0844A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5148263"/>
            <a:ext cx="27432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70000"/>
              </a:spcBef>
              <a:buClr>
                <a:schemeClr val="hlink"/>
              </a:buClr>
              <a:buSzPct val="90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7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70000"/>
              </a:spcBef>
              <a:buClr>
                <a:schemeClr val="bg2"/>
              </a:buClr>
              <a:buSzPct val="80000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70000"/>
              </a:spcBef>
              <a:buClr>
                <a:srgbClr val="2D4A6D"/>
              </a:buClr>
              <a:buSzPct val="90000"/>
              <a:buFont typeface="Segoe" pitchFamily="34" charset="0"/>
              <a:buChar char="-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70000"/>
              </a:spcBef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Arial Narrow" panose="020B0606020202030204" pitchFamily="34" charset="0"/>
              </a:rPr>
              <a:t>The On/Off Hook buttons have no function when connected to GoToMeeting audio.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900">
              <a:latin typeface="Times New Roman" panose="02020603050405020304" pitchFamily="18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cxnSp>
        <p:nvCxnSpPr>
          <p:cNvPr id="8207" name="AutoShape 27">
            <a:extLst>
              <a:ext uri="{FF2B5EF4-FFF2-40B4-BE49-F238E27FC236}">
                <a16:creationId xmlns:a16="http://schemas.microsoft.com/office/drawing/2014/main" id="{407A5E58-65A7-41EF-AB83-D99EFCDC38F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327775" y="4816475"/>
            <a:ext cx="301625" cy="331788"/>
          </a:xfrm>
          <a:prstGeom prst="straightConnector1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208" name="AutoShape 28">
            <a:extLst>
              <a:ext uri="{FF2B5EF4-FFF2-40B4-BE49-F238E27FC236}">
                <a16:creationId xmlns:a16="http://schemas.microsoft.com/office/drawing/2014/main" id="{4C8A4FDB-9769-4DA7-B409-602318E529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6338" y="4446588"/>
            <a:ext cx="430212" cy="303212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70000"/>
              </a:spcBef>
              <a:buClr>
                <a:schemeClr val="hlink"/>
              </a:buClr>
              <a:buSzPct val="90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7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70000"/>
              </a:spcBef>
              <a:buClr>
                <a:schemeClr val="bg2"/>
              </a:buClr>
              <a:buSzPct val="80000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70000"/>
              </a:spcBef>
              <a:buClr>
                <a:srgbClr val="2D4A6D"/>
              </a:buClr>
              <a:buSzPct val="90000"/>
              <a:buFont typeface="Segoe" pitchFamily="34" charset="0"/>
              <a:buChar char="-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70000"/>
              </a:spcBef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cxnSp>
        <p:nvCxnSpPr>
          <p:cNvPr id="8209" name="AutoShape 29">
            <a:extLst>
              <a:ext uri="{FF2B5EF4-FFF2-40B4-BE49-F238E27FC236}">
                <a16:creationId xmlns:a16="http://schemas.microsoft.com/office/drawing/2014/main" id="{62F404D5-7EFB-485F-BDEE-B4D0C12DB2DB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5105400" y="4800600"/>
            <a:ext cx="406400" cy="347663"/>
          </a:xfrm>
          <a:prstGeom prst="straightConnector1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5">
            <a:extLst>
              <a:ext uri="{FF2B5EF4-FFF2-40B4-BE49-F238E27FC236}">
                <a16:creationId xmlns:a16="http://schemas.microsoft.com/office/drawing/2014/main" id="{12D00CD8-B3F9-466D-9A8F-CBDAFF14C0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50195"/>
            </a:srgbClr>
          </a:solidFill>
          <a:ln>
            <a:noFill/>
          </a:ln>
          <a:effectLst>
            <a:outerShdw dist="53882" dir="2700000" algn="ctr" rotWithShape="0">
              <a:srgbClr val="919191">
                <a:alpha val="5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9220" name="Rectangle 6">
            <a:extLst>
              <a:ext uri="{FF2B5EF4-FFF2-40B4-BE49-F238E27FC236}">
                <a16:creationId xmlns:a16="http://schemas.microsoft.com/office/drawing/2014/main" id="{AA0CDFF7-A498-4768-9FFD-16D04F2FDF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125" y="5038725"/>
            <a:ext cx="4348163" cy="1589088"/>
          </a:xfrm>
          <a:prstGeom prst="rect">
            <a:avLst/>
          </a:prstGeom>
          <a:solidFill>
            <a:srgbClr val="FFFFFF"/>
          </a:solidFill>
          <a:ln w="9525" algn="ctr">
            <a:solidFill>
              <a:schemeClr val="bg2"/>
            </a:solidFill>
            <a:miter lim="800000"/>
            <a:headEnd/>
            <a:tailEnd/>
          </a:ln>
          <a:effectLst>
            <a:outerShdw dist="53882" dir="2700000" algn="ctr" rotWithShape="0">
              <a:srgbClr val="919191">
                <a:alpha val="50000"/>
              </a:srgbClr>
            </a:outerShdw>
          </a:effectLst>
        </p:spPr>
        <p:txBody>
          <a:bodyPr anchor="ctr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en-US" dirty="0">
                <a:solidFill>
                  <a:srgbClr val="000000"/>
                </a:solidFill>
              </a:rPr>
              <a:t>Questions? Comments?</a:t>
            </a:r>
          </a:p>
          <a:p>
            <a:pPr algn="ctr"/>
            <a:r>
              <a:rPr lang="en-US" altLang="en-US" dirty="0">
                <a:solidFill>
                  <a:srgbClr val="000000"/>
                </a:solidFill>
              </a:rPr>
              <a:t>Dan’s e-mail: </a:t>
            </a:r>
            <a:r>
              <a:rPr lang="en-US" altLang="en-US" dirty="0">
                <a:solidFill>
                  <a:srgbClr val="000000"/>
                </a:solidFill>
                <a:hlinkClick r:id="rId2"/>
              </a:rPr>
              <a:t>danc@onlc.com</a:t>
            </a:r>
            <a:endParaRPr lang="en-US" altLang="en-US" dirty="0">
              <a:solidFill>
                <a:srgbClr val="000000"/>
              </a:solidFill>
            </a:endParaRPr>
          </a:p>
          <a:p>
            <a:pPr algn="ctr"/>
            <a:r>
              <a:rPr lang="en-US" altLang="en-US" dirty="0">
                <a:solidFill>
                  <a:srgbClr val="000000"/>
                </a:solidFill>
              </a:rPr>
              <a:t>Dan’s cell #: ‪(617) 863-2310‬</a:t>
            </a:r>
          </a:p>
        </p:txBody>
      </p:sp>
      <p:pic>
        <p:nvPicPr>
          <p:cNvPr id="9221" name="Picture 7" descr="MCj04315630000[1]">
            <a:extLst>
              <a:ext uri="{FF2B5EF4-FFF2-40B4-BE49-F238E27FC236}">
                <a16:creationId xmlns:a16="http://schemas.microsoft.com/office/drawing/2014/main" id="{BC24D80D-55ED-4562-8240-EEE1D7DC27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4422" y="2047502"/>
            <a:ext cx="3655453" cy="3679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FAF3341-4CB9-06FB-9E37-430F0EC48241}"/>
              </a:ext>
            </a:extLst>
          </p:cNvPr>
          <p:cNvSpPr/>
          <p:nvPr/>
        </p:nvSpPr>
        <p:spPr>
          <a:xfrm rot="21197655">
            <a:off x="1141714" y="1341170"/>
            <a:ext cx="5814896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spc="-300" dirty="0">
                <a:ln w="22225">
                  <a:solidFill>
                    <a:srgbClr val="6666FF"/>
                  </a:solidFill>
                  <a:prstDash val="solid"/>
                </a:ln>
                <a:solidFill>
                  <a:srgbClr val="B823E1"/>
                </a:solidFill>
                <a:effectLst>
                  <a:outerShdw blurRad="50800" dist="38100" dir="2520000" algn="t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A.M. Break:</a:t>
            </a:r>
            <a:br>
              <a:rPr lang="en-US" sz="5400" spc="-300" dirty="0">
                <a:ln w="22225">
                  <a:solidFill>
                    <a:srgbClr val="6666FF"/>
                  </a:solidFill>
                  <a:prstDash val="solid"/>
                </a:ln>
                <a:solidFill>
                  <a:srgbClr val="B823E1"/>
                </a:solidFill>
                <a:effectLst>
                  <a:outerShdw blurRad="50800" dist="38100" dir="2520000" algn="t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</a:br>
            <a:r>
              <a:rPr lang="en-US" sz="5400" spc="-300" dirty="0">
                <a:ln w="22225">
                  <a:solidFill>
                    <a:srgbClr val="6666FF"/>
                  </a:solidFill>
                  <a:prstDash val="solid"/>
                </a:ln>
                <a:solidFill>
                  <a:srgbClr val="B823E1"/>
                </a:solidFill>
                <a:effectLst>
                  <a:outerShdw blurRad="50800" dist="38100" dir="2520000" algn="t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11:00-11:15 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5">
            <a:extLst>
              <a:ext uri="{FF2B5EF4-FFF2-40B4-BE49-F238E27FC236}">
                <a16:creationId xmlns:a16="http://schemas.microsoft.com/office/drawing/2014/main" id="{46D3250B-289A-44A6-86D5-3A9775B5FA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50195"/>
            </a:srgbClr>
          </a:solidFill>
          <a:ln>
            <a:noFill/>
          </a:ln>
          <a:effectLst>
            <a:outerShdw dist="53882" dir="2700000" algn="ctr" rotWithShape="0">
              <a:srgbClr val="919191">
                <a:alpha val="5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endParaRPr lang="en-US" altLang="en-US"/>
          </a:p>
        </p:txBody>
      </p:sp>
      <p:pic>
        <p:nvPicPr>
          <p:cNvPr id="10244" name="Picture 6" descr="j0305257">
            <a:extLst>
              <a:ext uri="{FF2B5EF4-FFF2-40B4-BE49-F238E27FC236}">
                <a16:creationId xmlns:a16="http://schemas.microsoft.com/office/drawing/2014/main" id="{62ADF111-7DDA-4CFB-9179-1DF2D3E610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1175" y="3159125"/>
            <a:ext cx="1874838" cy="301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" name="Picture 7" descr="MCj02320440000[1]">
            <a:extLst>
              <a:ext uri="{FF2B5EF4-FFF2-40B4-BE49-F238E27FC236}">
                <a16:creationId xmlns:a16="http://schemas.microsoft.com/office/drawing/2014/main" id="{D774A1A5-D0AE-4811-BD68-85948D6F8D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2263" y="685800"/>
            <a:ext cx="2513012" cy="249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Rectangle 6">
            <a:extLst>
              <a:ext uri="{FF2B5EF4-FFF2-40B4-BE49-F238E27FC236}">
                <a16:creationId xmlns:a16="http://schemas.microsoft.com/office/drawing/2014/main" id="{C808E1E3-5CCC-47FF-A92F-0122B69805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125" y="5038725"/>
            <a:ext cx="4348163" cy="1589088"/>
          </a:xfrm>
          <a:prstGeom prst="rect">
            <a:avLst/>
          </a:prstGeom>
          <a:solidFill>
            <a:srgbClr val="FFFFFF"/>
          </a:solidFill>
          <a:ln w="9525" algn="ctr">
            <a:solidFill>
              <a:schemeClr val="bg2"/>
            </a:solidFill>
            <a:miter lim="800000"/>
            <a:headEnd/>
            <a:tailEnd/>
          </a:ln>
          <a:effectLst>
            <a:outerShdw dist="53882" dir="2700000" algn="ctr" rotWithShape="0">
              <a:srgbClr val="919191">
                <a:alpha val="50000"/>
              </a:srgbClr>
            </a:outerShdw>
          </a:effectLst>
        </p:spPr>
        <p:txBody>
          <a:bodyPr anchor="ctr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en-US" dirty="0">
                <a:solidFill>
                  <a:srgbClr val="000000"/>
                </a:solidFill>
              </a:rPr>
              <a:t>Questions? Comments?</a:t>
            </a:r>
          </a:p>
          <a:p>
            <a:pPr algn="ctr"/>
            <a:r>
              <a:rPr lang="en-US" altLang="en-US" dirty="0">
                <a:solidFill>
                  <a:srgbClr val="000000"/>
                </a:solidFill>
              </a:rPr>
              <a:t>Dan’s e-mail: </a:t>
            </a:r>
            <a:r>
              <a:rPr lang="en-US" altLang="en-US" dirty="0">
                <a:solidFill>
                  <a:srgbClr val="000000"/>
                </a:solidFill>
                <a:hlinkClick r:id="rId4"/>
              </a:rPr>
              <a:t>danc@onlc.com</a:t>
            </a:r>
            <a:endParaRPr lang="en-US" altLang="en-US" dirty="0">
              <a:solidFill>
                <a:srgbClr val="000000"/>
              </a:solidFill>
            </a:endParaRPr>
          </a:p>
          <a:p>
            <a:pPr algn="ctr"/>
            <a:r>
              <a:rPr lang="en-US" altLang="en-US" dirty="0">
                <a:solidFill>
                  <a:srgbClr val="000000"/>
                </a:solidFill>
              </a:rPr>
              <a:t>Dan’s cell #: ‪(617) 863-2310‬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0378AB-006C-C85E-2211-8939792B5707}"/>
              </a:ext>
            </a:extLst>
          </p:cNvPr>
          <p:cNvSpPr/>
          <p:nvPr/>
        </p:nvSpPr>
        <p:spPr>
          <a:xfrm rot="21197655">
            <a:off x="831813" y="1642200"/>
            <a:ext cx="7359724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spc="-300" dirty="0">
                <a:ln w="22225">
                  <a:solidFill>
                    <a:srgbClr val="6666FF"/>
                  </a:solidFill>
                  <a:prstDash val="solid"/>
                </a:ln>
                <a:solidFill>
                  <a:srgbClr val="B823E1"/>
                </a:solidFill>
                <a:effectLst>
                  <a:outerShdw blurRad="50800" dist="38100" dir="2520000" algn="t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Lunch: 12:00-13:00</a:t>
            </a:r>
          </a:p>
          <a:p>
            <a:pPr algn="ctr"/>
            <a:r>
              <a:rPr lang="en-US" sz="5400" spc="-300" dirty="0">
                <a:ln w="22225">
                  <a:solidFill>
                    <a:srgbClr val="6666FF"/>
                  </a:solidFill>
                  <a:prstDash val="solid"/>
                </a:ln>
                <a:solidFill>
                  <a:srgbClr val="B823E1"/>
                </a:solidFill>
                <a:effectLst>
                  <a:outerShdw blurRad="50800" dist="38100" dir="2520000" algn="t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Lab: 13:00-13:45</a:t>
            </a:r>
          </a:p>
        </p:txBody>
      </p:sp>
    </p:spTree>
    <p:extLst>
      <p:ext uri="{BB962C8B-B14F-4D97-AF65-F5344CB8AC3E}">
        <p14:creationId xmlns:p14="http://schemas.microsoft.com/office/powerpoint/2010/main" val="3366876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5">
            <a:extLst>
              <a:ext uri="{FF2B5EF4-FFF2-40B4-BE49-F238E27FC236}">
                <a16:creationId xmlns:a16="http://schemas.microsoft.com/office/drawing/2014/main" id="{46D3250B-289A-44A6-86D5-3A9775B5FA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50195"/>
            </a:srgbClr>
          </a:solidFill>
          <a:ln>
            <a:noFill/>
          </a:ln>
          <a:effectLst>
            <a:outerShdw dist="53882" dir="2700000" algn="ctr" rotWithShape="0">
              <a:srgbClr val="919191">
                <a:alpha val="5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endParaRPr lang="en-US" altLang="en-US"/>
          </a:p>
        </p:txBody>
      </p:sp>
      <p:pic>
        <p:nvPicPr>
          <p:cNvPr id="10244" name="Picture 6" descr="j0305257">
            <a:extLst>
              <a:ext uri="{FF2B5EF4-FFF2-40B4-BE49-F238E27FC236}">
                <a16:creationId xmlns:a16="http://schemas.microsoft.com/office/drawing/2014/main" id="{62ADF111-7DDA-4CFB-9179-1DF2D3E610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1175" y="427038"/>
            <a:ext cx="1874838" cy="301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" name="Picture 7" descr="MCj02320440000[1]">
            <a:extLst>
              <a:ext uri="{FF2B5EF4-FFF2-40B4-BE49-F238E27FC236}">
                <a16:creationId xmlns:a16="http://schemas.microsoft.com/office/drawing/2014/main" id="{D774A1A5-D0AE-4811-BD68-85948D6F8D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2263" y="3700463"/>
            <a:ext cx="2513012" cy="249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Rectangle 6">
            <a:extLst>
              <a:ext uri="{FF2B5EF4-FFF2-40B4-BE49-F238E27FC236}">
                <a16:creationId xmlns:a16="http://schemas.microsoft.com/office/drawing/2014/main" id="{C808E1E3-5CCC-47FF-A92F-0122B69805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125" y="5038725"/>
            <a:ext cx="4348163" cy="1589088"/>
          </a:xfrm>
          <a:prstGeom prst="rect">
            <a:avLst/>
          </a:prstGeom>
          <a:solidFill>
            <a:srgbClr val="FFFFFF"/>
          </a:solidFill>
          <a:ln w="9525" algn="ctr">
            <a:solidFill>
              <a:schemeClr val="bg2"/>
            </a:solidFill>
            <a:miter lim="800000"/>
            <a:headEnd/>
            <a:tailEnd/>
          </a:ln>
          <a:effectLst>
            <a:outerShdw dist="53882" dir="2700000" algn="ctr" rotWithShape="0">
              <a:srgbClr val="919191">
                <a:alpha val="50000"/>
              </a:srgbClr>
            </a:outerShdw>
          </a:effectLst>
        </p:spPr>
        <p:txBody>
          <a:bodyPr anchor="ctr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en-US" dirty="0">
                <a:solidFill>
                  <a:srgbClr val="000000"/>
                </a:solidFill>
              </a:rPr>
              <a:t>Questions? Comments?</a:t>
            </a:r>
          </a:p>
          <a:p>
            <a:pPr algn="ctr"/>
            <a:r>
              <a:rPr lang="en-US" altLang="en-US" dirty="0">
                <a:solidFill>
                  <a:srgbClr val="000000"/>
                </a:solidFill>
              </a:rPr>
              <a:t>Dan’s e-mail: </a:t>
            </a:r>
            <a:r>
              <a:rPr lang="en-US" altLang="en-US" dirty="0">
                <a:solidFill>
                  <a:srgbClr val="000000"/>
                </a:solidFill>
                <a:hlinkClick r:id="rId4"/>
              </a:rPr>
              <a:t>danc@onlc.com</a:t>
            </a:r>
            <a:endParaRPr lang="en-US" altLang="en-US" dirty="0">
              <a:solidFill>
                <a:srgbClr val="000000"/>
              </a:solidFill>
            </a:endParaRPr>
          </a:p>
          <a:p>
            <a:pPr algn="ctr"/>
            <a:r>
              <a:rPr lang="en-US" altLang="en-US" dirty="0">
                <a:solidFill>
                  <a:srgbClr val="000000"/>
                </a:solidFill>
              </a:rPr>
              <a:t>Dan’s cell #: ‪(617) 863-2310‬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71DEAB-CA6E-CEA0-98A9-5BBF887C6E45}"/>
              </a:ext>
            </a:extLst>
          </p:cNvPr>
          <p:cNvSpPr/>
          <p:nvPr/>
        </p:nvSpPr>
        <p:spPr>
          <a:xfrm rot="21197655">
            <a:off x="831813" y="1642200"/>
            <a:ext cx="7359724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-300" dirty="0">
                <a:ln w="22225">
                  <a:solidFill>
                    <a:srgbClr val="6666FF"/>
                  </a:solidFill>
                  <a:prstDash val="solid"/>
                </a:ln>
                <a:solidFill>
                  <a:srgbClr val="B823E1"/>
                </a:solidFill>
                <a:effectLst>
                  <a:outerShdw blurRad="50800" dist="38100" dir="2520000" algn="t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Lab: 11:30-12:00</a:t>
            </a:r>
          </a:p>
          <a:p>
            <a:pPr algn="ctr"/>
            <a:r>
              <a:rPr lang="en-US" sz="5400" b="1" cap="none" spc="-300" dirty="0">
                <a:ln w="22225">
                  <a:solidFill>
                    <a:srgbClr val="6666FF"/>
                  </a:solidFill>
                  <a:prstDash val="solid"/>
                </a:ln>
                <a:solidFill>
                  <a:srgbClr val="B823E1"/>
                </a:solidFill>
                <a:effectLst>
                  <a:outerShdw blurRad="50800" dist="38100" dir="2520000" algn="t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Lunch: 12:00-13:00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>
            <a:extLst>
              <a:ext uri="{FF2B5EF4-FFF2-40B4-BE49-F238E27FC236}">
                <a16:creationId xmlns:a16="http://schemas.microsoft.com/office/drawing/2014/main" id="{C66BFC08-83C5-4AB1-A8C7-C8763A34EA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50195"/>
            </a:srgbClr>
          </a:solidFill>
          <a:ln>
            <a:noFill/>
          </a:ln>
          <a:effectLst>
            <a:outerShdw dist="53882" dir="2700000" algn="ctr" rotWithShape="0">
              <a:srgbClr val="919191">
                <a:alpha val="5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endParaRPr lang="en-US" altLang="en-US"/>
          </a:p>
        </p:txBody>
      </p:sp>
      <p:pic>
        <p:nvPicPr>
          <p:cNvPr id="11268" name="Picture 5" descr="j0305257">
            <a:extLst>
              <a:ext uri="{FF2B5EF4-FFF2-40B4-BE49-F238E27FC236}">
                <a16:creationId xmlns:a16="http://schemas.microsoft.com/office/drawing/2014/main" id="{8D149526-02E0-46F6-A80F-2CF080CC81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8400" y="2243138"/>
            <a:ext cx="1568450" cy="252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9" name="Picture 6" descr="MCj02320440000[1]">
            <a:extLst>
              <a:ext uri="{FF2B5EF4-FFF2-40B4-BE49-F238E27FC236}">
                <a16:creationId xmlns:a16="http://schemas.microsoft.com/office/drawing/2014/main" id="{8FCCAA90-D680-48DE-9546-4A2DC75350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8213" y="349250"/>
            <a:ext cx="1951037" cy="193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0" name="Picture 7" descr="MCj04315630000[1]">
            <a:extLst>
              <a:ext uri="{FF2B5EF4-FFF2-40B4-BE49-F238E27FC236}">
                <a16:creationId xmlns:a16="http://schemas.microsoft.com/office/drawing/2014/main" id="{7237B4F6-EDC2-43BF-B2C6-2EB0A4F2D7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3263" y="4764088"/>
            <a:ext cx="2124075" cy="213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1" name="Rectangle 6">
            <a:extLst>
              <a:ext uri="{FF2B5EF4-FFF2-40B4-BE49-F238E27FC236}">
                <a16:creationId xmlns:a16="http://schemas.microsoft.com/office/drawing/2014/main" id="{D1ADD0DD-9A9C-45CE-8CA6-1EC26695A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125" y="5038725"/>
            <a:ext cx="4348163" cy="1589088"/>
          </a:xfrm>
          <a:prstGeom prst="rect">
            <a:avLst/>
          </a:prstGeom>
          <a:solidFill>
            <a:srgbClr val="FFFFFF"/>
          </a:solidFill>
          <a:ln w="9525" algn="ctr">
            <a:solidFill>
              <a:schemeClr val="bg2"/>
            </a:solidFill>
            <a:miter lim="800000"/>
            <a:headEnd/>
            <a:tailEnd/>
          </a:ln>
          <a:effectLst>
            <a:outerShdw dist="53882" dir="2700000" algn="ctr" rotWithShape="0">
              <a:srgbClr val="919191">
                <a:alpha val="50000"/>
              </a:srgbClr>
            </a:outerShdw>
          </a:effectLst>
        </p:spPr>
        <p:txBody>
          <a:bodyPr anchor="ctr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en-US" dirty="0">
                <a:solidFill>
                  <a:srgbClr val="000000"/>
                </a:solidFill>
              </a:rPr>
              <a:t>Questions? Comments?</a:t>
            </a:r>
          </a:p>
          <a:p>
            <a:pPr algn="ctr"/>
            <a:r>
              <a:rPr lang="en-US" altLang="en-US" dirty="0">
                <a:solidFill>
                  <a:srgbClr val="000000"/>
                </a:solidFill>
              </a:rPr>
              <a:t>Dan’s e-mail: </a:t>
            </a:r>
            <a:r>
              <a:rPr lang="en-US" altLang="en-US" dirty="0">
                <a:solidFill>
                  <a:srgbClr val="000000"/>
                </a:solidFill>
                <a:hlinkClick r:id="rId5"/>
              </a:rPr>
              <a:t>danc@onlc.com</a:t>
            </a:r>
            <a:endParaRPr lang="en-US" altLang="en-US" dirty="0">
              <a:solidFill>
                <a:srgbClr val="000000"/>
              </a:solidFill>
            </a:endParaRPr>
          </a:p>
          <a:p>
            <a:pPr algn="ctr"/>
            <a:r>
              <a:rPr lang="en-US" altLang="en-US" dirty="0">
                <a:solidFill>
                  <a:srgbClr val="000000"/>
                </a:solidFill>
              </a:rPr>
              <a:t>Dan’s cell #: ‪(617) 863-2310‬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76B81F-200D-E89A-8C17-C4C6FA3F4100}"/>
              </a:ext>
            </a:extLst>
          </p:cNvPr>
          <p:cNvSpPr/>
          <p:nvPr/>
        </p:nvSpPr>
        <p:spPr>
          <a:xfrm rot="21197655">
            <a:off x="829270" y="1183308"/>
            <a:ext cx="8102947" cy="25853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-300" dirty="0">
                <a:ln w="22225">
                  <a:solidFill>
                    <a:srgbClr val="6666FF"/>
                  </a:solidFill>
                  <a:prstDash val="solid"/>
                </a:ln>
                <a:solidFill>
                  <a:srgbClr val="B823E1"/>
                </a:solidFill>
                <a:effectLst>
                  <a:outerShdw blurRad="50800" dist="38100" dir="2520000" algn="t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Lunch: 12:30-13:30</a:t>
            </a:r>
          </a:p>
          <a:p>
            <a:pPr algn="ctr"/>
            <a:r>
              <a:rPr lang="en-US" sz="5400" b="1" cap="none" spc="-300" dirty="0">
                <a:ln w="22225">
                  <a:solidFill>
                    <a:srgbClr val="6666FF"/>
                  </a:solidFill>
                  <a:prstDash val="solid"/>
                </a:ln>
                <a:solidFill>
                  <a:srgbClr val="B823E1"/>
                </a:solidFill>
                <a:effectLst>
                  <a:outerShdw blurRad="50800" dist="38100" dir="2520000" algn="t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Lab: 13:30-14:30</a:t>
            </a:r>
          </a:p>
          <a:p>
            <a:pPr algn="ctr"/>
            <a:r>
              <a:rPr lang="en-US" sz="5400" b="1" cap="none" spc="-300" dirty="0">
                <a:ln w="22225">
                  <a:solidFill>
                    <a:srgbClr val="6666FF"/>
                  </a:solidFill>
                  <a:prstDash val="solid"/>
                </a:ln>
                <a:solidFill>
                  <a:srgbClr val="B823E1"/>
                </a:solidFill>
                <a:effectLst>
                  <a:outerShdw blurRad="50800" dist="38100" dir="2520000" algn="t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P.M. Break: 14:30-14:45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5">
            <a:extLst>
              <a:ext uri="{FF2B5EF4-FFF2-40B4-BE49-F238E27FC236}">
                <a16:creationId xmlns:a16="http://schemas.microsoft.com/office/drawing/2014/main" id="{1F1E68B0-ACB9-49BA-9559-A33269839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50195"/>
            </a:srgbClr>
          </a:solidFill>
          <a:ln>
            <a:noFill/>
          </a:ln>
          <a:effectLst>
            <a:outerShdw dist="53882" dir="2700000" algn="ctr" rotWithShape="0">
              <a:srgbClr val="919191">
                <a:alpha val="5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endParaRPr lang="en-US" altLang="en-US"/>
          </a:p>
        </p:txBody>
      </p:sp>
      <p:pic>
        <p:nvPicPr>
          <p:cNvPr id="12292" name="Picture 5" descr="j0305257">
            <a:extLst>
              <a:ext uri="{FF2B5EF4-FFF2-40B4-BE49-F238E27FC236}">
                <a16:creationId xmlns:a16="http://schemas.microsoft.com/office/drawing/2014/main" id="{2F132EAD-2D1D-406E-928B-8E1779C4A7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8400" y="1914525"/>
            <a:ext cx="1568450" cy="252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6" descr="MCj02320440000[1]">
            <a:extLst>
              <a:ext uri="{FF2B5EF4-FFF2-40B4-BE49-F238E27FC236}">
                <a16:creationId xmlns:a16="http://schemas.microsoft.com/office/drawing/2014/main" id="{5F19058D-7B13-4DCE-BFB2-B4FA4F9839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8213" y="4478338"/>
            <a:ext cx="1951037" cy="193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4" name="Picture 7" descr="MCj04315630000[1]">
            <a:extLst>
              <a:ext uri="{FF2B5EF4-FFF2-40B4-BE49-F238E27FC236}">
                <a16:creationId xmlns:a16="http://schemas.microsoft.com/office/drawing/2014/main" id="{50D48DEF-5BE7-4BD6-84BE-997521B2D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3263" y="217488"/>
            <a:ext cx="2124075" cy="213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5" name="Rectangle 6">
            <a:extLst>
              <a:ext uri="{FF2B5EF4-FFF2-40B4-BE49-F238E27FC236}">
                <a16:creationId xmlns:a16="http://schemas.microsoft.com/office/drawing/2014/main" id="{EA39C7C0-C0C4-41D4-94A7-AF48D5D247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125" y="5038725"/>
            <a:ext cx="4348163" cy="1589088"/>
          </a:xfrm>
          <a:prstGeom prst="rect">
            <a:avLst/>
          </a:prstGeom>
          <a:solidFill>
            <a:srgbClr val="FFFFFF"/>
          </a:solidFill>
          <a:ln w="9525" algn="ctr">
            <a:solidFill>
              <a:schemeClr val="bg2"/>
            </a:solidFill>
            <a:miter lim="800000"/>
            <a:headEnd/>
            <a:tailEnd/>
          </a:ln>
          <a:effectLst>
            <a:outerShdw dist="53882" dir="2700000" algn="ctr" rotWithShape="0">
              <a:srgbClr val="919191">
                <a:alpha val="50000"/>
              </a:srgbClr>
            </a:outerShdw>
          </a:effectLst>
        </p:spPr>
        <p:txBody>
          <a:bodyPr anchor="ctr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en-US" dirty="0">
                <a:solidFill>
                  <a:srgbClr val="000000"/>
                </a:solidFill>
              </a:rPr>
              <a:t>Questions? Comments?</a:t>
            </a:r>
          </a:p>
          <a:p>
            <a:pPr algn="ctr"/>
            <a:r>
              <a:rPr lang="en-US" altLang="en-US" dirty="0">
                <a:solidFill>
                  <a:srgbClr val="000000"/>
                </a:solidFill>
              </a:rPr>
              <a:t>Dan’s e-mail: </a:t>
            </a:r>
            <a:r>
              <a:rPr lang="en-US" altLang="en-US" dirty="0">
                <a:solidFill>
                  <a:srgbClr val="000000"/>
                </a:solidFill>
                <a:hlinkClick r:id="rId5"/>
              </a:rPr>
              <a:t>danc@onlc.com</a:t>
            </a:r>
            <a:endParaRPr lang="en-US" altLang="en-US" dirty="0">
              <a:solidFill>
                <a:srgbClr val="000000"/>
              </a:solidFill>
            </a:endParaRPr>
          </a:p>
          <a:p>
            <a:pPr algn="ctr"/>
            <a:r>
              <a:rPr lang="en-US" altLang="en-US" dirty="0">
                <a:solidFill>
                  <a:srgbClr val="000000"/>
                </a:solidFill>
              </a:rPr>
              <a:t>Dan’s cell #: ‪(617) 863-2310‬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C0B50F-2757-C250-AB81-3FA98F84276A}"/>
              </a:ext>
            </a:extLst>
          </p:cNvPr>
          <p:cNvSpPr/>
          <p:nvPr/>
        </p:nvSpPr>
        <p:spPr>
          <a:xfrm rot="21197655">
            <a:off x="828054" y="1162552"/>
            <a:ext cx="8458447" cy="25853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-300" dirty="0">
                <a:ln w="22225">
                  <a:solidFill>
                    <a:srgbClr val="6666FF"/>
                  </a:solidFill>
                  <a:prstDash val="solid"/>
                </a:ln>
                <a:solidFill>
                  <a:srgbClr val="B823E1"/>
                </a:solidFill>
                <a:effectLst>
                  <a:outerShdw blurRad="50800" dist="38100" dir="2520000" algn="t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A.M. Break: 11:30-11:45</a:t>
            </a:r>
          </a:p>
          <a:p>
            <a:pPr algn="ctr"/>
            <a:r>
              <a:rPr lang="en-US" sz="5400" b="1" cap="none" spc="-300" dirty="0">
                <a:ln w="22225">
                  <a:solidFill>
                    <a:srgbClr val="6666FF"/>
                  </a:solidFill>
                  <a:prstDash val="solid"/>
                </a:ln>
                <a:solidFill>
                  <a:srgbClr val="B823E1"/>
                </a:solidFill>
                <a:effectLst>
                  <a:outerShdw blurRad="50800" dist="38100" dir="2520000" algn="t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Lab: 11:45-12:45</a:t>
            </a:r>
          </a:p>
          <a:p>
            <a:pPr algn="ctr"/>
            <a:r>
              <a:rPr lang="en-US" sz="5400" b="1" cap="none" spc="-300" dirty="0">
                <a:ln w="22225">
                  <a:solidFill>
                    <a:srgbClr val="6666FF"/>
                  </a:solidFill>
                  <a:prstDash val="solid"/>
                </a:ln>
                <a:solidFill>
                  <a:srgbClr val="B823E1"/>
                </a:solidFill>
                <a:effectLst>
                  <a:outerShdw blurRad="50800" dist="38100" dir="2520000" algn="t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Lunch: 12:45-13:45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5">
            <a:extLst>
              <a:ext uri="{FF2B5EF4-FFF2-40B4-BE49-F238E27FC236}">
                <a16:creationId xmlns:a16="http://schemas.microsoft.com/office/drawing/2014/main" id="{7D45BBBF-43CE-46C2-AED2-785778D29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50195"/>
            </a:srgbClr>
          </a:solidFill>
          <a:ln>
            <a:noFill/>
          </a:ln>
          <a:effectLst>
            <a:outerShdw dist="53882" dir="2700000" algn="ctr" rotWithShape="0">
              <a:srgbClr val="919191">
                <a:alpha val="5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endParaRPr lang="en-US" altLang="en-US"/>
          </a:p>
        </p:txBody>
      </p:sp>
      <p:pic>
        <p:nvPicPr>
          <p:cNvPr id="14340" name="Picture 5" descr="j0305257">
            <a:extLst>
              <a:ext uri="{FF2B5EF4-FFF2-40B4-BE49-F238E27FC236}">
                <a16:creationId xmlns:a16="http://schemas.microsoft.com/office/drawing/2014/main" id="{46A0E992-952B-4F3F-845B-6162ED110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9150" y="3159125"/>
            <a:ext cx="1874838" cy="301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1" name="Picture 7" descr="MCj04315630000[1]">
            <a:extLst>
              <a:ext uri="{FF2B5EF4-FFF2-40B4-BE49-F238E27FC236}">
                <a16:creationId xmlns:a16="http://schemas.microsoft.com/office/drawing/2014/main" id="{B1135414-8F13-4402-9A18-7CF9308357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8150" y="568325"/>
            <a:ext cx="2697163" cy="271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2" name="Rectangle 6">
            <a:extLst>
              <a:ext uri="{FF2B5EF4-FFF2-40B4-BE49-F238E27FC236}">
                <a16:creationId xmlns:a16="http://schemas.microsoft.com/office/drawing/2014/main" id="{811136FD-24EB-4D0C-A557-8F7910BB2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125" y="5038725"/>
            <a:ext cx="4348163" cy="1589088"/>
          </a:xfrm>
          <a:prstGeom prst="rect">
            <a:avLst/>
          </a:prstGeom>
          <a:solidFill>
            <a:srgbClr val="FFFFFF"/>
          </a:solidFill>
          <a:ln w="9525" algn="ctr">
            <a:solidFill>
              <a:schemeClr val="bg2"/>
            </a:solidFill>
            <a:miter lim="800000"/>
            <a:headEnd/>
            <a:tailEnd/>
          </a:ln>
          <a:effectLst>
            <a:outerShdw dist="53882" dir="2700000" algn="ctr" rotWithShape="0">
              <a:srgbClr val="919191">
                <a:alpha val="50000"/>
              </a:srgbClr>
            </a:outerShdw>
          </a:effectLst>
        </p:spPr>
        <p:txBody>
          <a:bodyPr anchor="ctr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en-US" dirty="0">
                <a:solidFill>
                  <a:srgbClr val="000000"/>
                </a:solidFill>
              </a:rPr>
              <a:t>Questions? Comments?</a:t>
            </a:r>
          </a:p>
          <a:p>
            <a:pPr algn="ctr"/>
            <a:r>
              <a:rPr lang="en-US" altLang="en-US" dirty="0">
                <a:solidFill>
                  <a:srgbClr val="000000"/>
                </a:solidFill>
              </a:rPr>
              <a:t>Dan’s e-mail: </a:t>
            </a:r>
            <a:r>
              <a:rPr lang="en-US" altLang="en-US" dirty="0">
                <a:solidFill>
                  <a:srgbClr val="000000"/>
                </a:solidFill>
                <a:hlinkClick r:id="rId4"/>
              </a:rPr>
              <a:t>danc@onlc.com</a:t>
            </a:r>
            <a:endParaRPr lang="en-US" altLang="en-US" dirty="0">
              <a:solidFill>
                <a:srgbClr val="000000"/>
              </a:solidFill>
            </a:endParaRPr>
          </a:p>
          <a:p>
            <a:pPr algn="ctr"/>
            <a:r>
              <a:rPr lang="en-US" altLang="en-US" dirty="0">
                <a:solidFill>
                  <a:srgbClr val="000000"/>
                </a:solidFill>
              </a:rPr>
              <a:t>Dan’s cell #: ‪(617) 863-2310‬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DBF3AA-4D9F-6B68-5F27-3300728089D5}"/>
              </a:ext>
            </a:extLst>
          </p:cNvPr>
          <p:cNvSpPr/>
          <p:nvPr/>
        </p:nvSpPr>
        <p:spPr>
          <a:xfrm rot="21197655">
            <a:off x="593554" y="1861208"/>
            <a:ext cx="8522041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spc="-300" dirty="0">
                <a:ln w="22225">
                  <a:solidFill>
                    <a:srgbClr val="6666FF"/>
                  </a:solidFill>
                  <a:prstDash val="solid"/>
                </a:ln>
                <a:solidFill>
                  <a:srgbClr val="B823E1"/>
                </a:solidFill>
                <a:effectLst>
                  <a:outerShdw blurRad="50800" dist="38100" dir="2520000" algn="t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A.M. Break: 11:15-11:30</a:t>
            </a:r>
          </a:p>
          <a:p>
            <a:pPr algn="ctr"/>
            <a:r>
              <a:rPr lang="en-US" sz="5400" spc="-300" dirty="0">
                <a:ln w="22225">
                  <a:solidFill>
                    <a:srgbClr val="6666FF"/>
                  </a:solidFill>
                  <a:prstDash val="solid"/>
                </a:ln>
                <a:solidFill>
                  <a:srgbClr val="B823E1"/>
                </a:solidFill>
                <a:effectLst>
                  <a:outerShdw blurRad="50800" dist="38100" dir="2520000" algn="t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Lab: 11:30-12:15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5">
            <a:extLst>
              <a:ext uri="{FF2B5EF4-FFF2-40B4-BE49-F238E27FC236}">
                <a16:creationId xmlns:a16="http://schemas.microsoft.com/office/drawing/2014/main" id="{5B46F432-643C-4C7B-95A5-3646B1C2B9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50195"/>
            </a:srgbClr>
          </a:solidFill>
          <a:ln>
            <a:noFill/>
          </a:ln>
          <a:effectLst>
            <a:outerShdw dist="53882" dir="2700000" algn="ctr" rotWithShape="0">
              <a:srgbClr val="919191">
                <a:alpha val="5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endParaRPr lang="en-US" altLang="en-US"/>
          </a:p>
        </p:txBody>
      </p:sp>
      <p:pic>
        <p:nvPicPr>
          <p:cNvPr id="15364" name="Picture 5" descr="j0305257">
            <a:extLst>
              <a:ext uri="{FF2B5EF4-FFF2-40B4-BE49-F238E27FC236}">
                <a16:creationId xmlns:a16="http://schemas.microsoft.com/office/drawing/2014/main" id="{6BEF71AE-15E8-4770-A7B7-051933DA7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9150" y="606425"/>
            <a:ext cx="1874838" cy="301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5" name="Picture 7" descr="MCj04315630000[1]">
            <a:extLst>
              <a:ext uri="{FF2B5EF4-FFF2-40B4-BE49-F238E27FC236}">
                <a16:creationId xmlns:a16="http://schemas.microsoft.com/office/drawing/2014/main" id="{8E8984A7-EEF1-46B0-B749-C8BF7755ED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8150" y="3713163"/>
            <a:ext cx="2697163" cy="271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6" name="Rectangle 6">
            <a:extLst>
              <a:ext uri="{FF2B5EF4-FFF2-40B4-BE49-F238E27FC236}">
                <a16:creationId xmlns:a16="http://schemas.microsoft.com/office/drawing/2014/main" id="{B3C6C790-E59C-4A30-A84A-AFFD55D4ED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125" y="5038725"/>
            <a:ext cx="4348163" cy="1589088"/>
          </a:xfrm>
          <a:prstGeom prst="rect">
            <a:avLst/>
          </a:prstGeom>
          <a:solidFill>
            <a:srgbClr val="FFFFFF"/>
          </a:solidFill>
          <a:ln w="9525" algn="ctr">
            <a:solidFill>
              <a:schemeClr val="bg2"/>
            </a:solidFill>
            <a:miter lim="800000"/>
            <a:headEnd/>
            <a:tailEnd/>
          </a:ln>
          <a:effectLst>
            <a:outerShdw dist="53882" dir="2700000" algn="ctr" rotWithShape="0">
              <a:srgbClr val="919191">
                <a:alpha val="50000"/>
              </a:srgbClr>
            </a:outerShdw>
          </a:effectLst>
        </p:spPr>
        <p:txBody>
          <a:bodyPr anchor="ctr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en-US" dirty="0">
                <a:solidFill>
                  <a:srgbClr val="000000"/>
                </a:solidFill>
              </a:rPr>
              <a:t>Questions? Comments?</a:t>
            </a:r>
          </a:p>
          <a:p>
            <a:pPr algn="ctr"/>
            <a:r>
              <a:rPr lang="en-US" altLang="en-US" dirty="0">
                <a:solidFill>
                  <a:srgbClr val="000000"/>
                </a:solidFill>
              </a:rPr>
              <a:t>Dan’s e-mail: </a:t>
            </a:r>
            <a:r>
              <a:rPr lang="en-US" altLang="en-US" dirty="0">
                <a:solidFill>
                  <a:srgbClr val="000000"/>
                </a:solidFill>
                <a:hlinkClick r:id="rId4"/>
              </a:rPr>
              <a:t>danc@onlc.com</a:t>
            </a:r>
            <a:endParaRPr lang="en-US" altLang="en-US" dirty="0">
              <a:solidFill>
                <a:srgbClr val="000000"/>
              </a:solidFill>
            </a:endParaRPr>
          </a:p>
          <a:p>
            <a:pPr algn="ctr"/>
            <a:r>
              <a:rPr lang="en-US" altLang="en-US" dirty="0">
                <a:solidFill>
                  <a:srgbClr val="000000"/>
                </a:solidFill>
              </a:rPr>
              <a:t>Dan’s cell #: ‪(617) 863-2310‬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CDFCC5-47B1-3EED-095D-0ADD42928041}"/>
              </a:ext>
            </a:extLst>
          </p:cNvPr>
          <p:cNvSpPr/>
          <p:nvPr/>
        </p:nvSpPr>
        <p:spPr>
          <a:xfrm rot="21197655">
            <a:off x="593554" y="1861208"/>
            <a:ext cx="8522041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spc="-300" dirty="0">
                <a:ln w="22225">
                  <a:solidFill>
                    <a:srgbClr val="6666FF"/>
                  </a:solidFill>
                  <a:prstDash val="solid"/>
                </a:ln>
                <a:solidFill>
                  <a:srgbClr val="B823E1"/>
                </a:solidFill>
                <a:effectLst>
                  <a:outerShdw blurRad="50800" dist="38100" dir="2520000" algn="t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Lab: 14:30-15:00</a:t>
            </a:r>
          </a:p>
          <a:p>
            <a:pPr algn="ctr"/>
            <a:r>
              <a:rPr lang="en-US" sz="5400" spc="-300" dirty="0">
                <a:ln w="22225">
                  <a:solidFill>
                    <a:srgbClr val="6666FF"/>
                  </a:solidFill>
                  <a:prstDash val="solid"/>
                </a:ln>
                <a:solidFill>
                  <a:srgbClr val="B823E1"/>
                </a:solidFill>
                <a:effectLst>
                  <a:outerShdw blurRad="50800" dist="38100" dir="2520000" algn="t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P.M. Break: 15:00-15:15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>
            <a:extLst>
              <a:ext uri="{FF2B5EF4-FFF2-40B4-BE49-F238E27FC236}">
                <a16:creationId xmlns:a16="http://schemas.microsoft.com/office/drawing/2014/main" id="{CEDCDBB5-0006-42A7-B3E9-DA48FAE271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50195"/>
            </a:srgbClr>
          </a:solidFill>
          <a:ln>
            <a:noFill/>
          </a:ln>
          <a:effectLst>
            <a:outerShdw dist="53882" dir="2700000" algn="ctr" rotWithShape="0">
              <a:srgbClr val="919191">
                <a:alpha val="5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16387" name="WordArt 3">
            <a:extLst>
              <a:ext uri="{FF2B5EF4-FFF2-40B4-BE49-F238E27FC236}">
                <a16:creationId xmlns:a16="http://schemas.microsoft.com/office/drawing/2014/main" id="{C6AB0615-261E-4E7E-800C-3FB8599C7DA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0" y="203200"/>
            <a:ext cx="7237413" cy="2432050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87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pPr algn="ctr"/>
            <a:r>
              <a:rPr lang="en-US" sz="36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 panose="020B0806030902050204" pitchFamily="34" charset="0"/>
              </a:rPr>
              <a:t>Good Morning</a:t>
            </a:r>
          </a:p>
        </p:txBody>
      </p:sp>
      <p:pic>
        <p:nvPicPr>
          <p:cNvPr id="16389" name="Picture 7" descr="j0305257">
            <a:extLst>
              <a:ext uri="{FF2B5EF4-FFF2-40B4-BE49-F238E27FC236}">
                <a16:creationId xmlns:a16="http://schemas.microsoft.com/office/drawing/2014/main" id="{16CBB975-AE37-4803-85AB-7A1E5FCAE9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5125" y="3405188"/>
            <a:ext cx="1874838" cy="301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0" name="Rectangle 6">
            <a:extLst>
              <a:ext uri="{FF2B5EF4-FFF2-40B4-BE49-F238E27FC236}">
                <a16:creationId xmlns:a16="http://schemas.microsoft.com/office/drawing/2014/main" id="{4752CFE5-9B0E-45DC-BA2D-BF980040B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125" y="5038725"/>
            <a:ext cx="4348163" cy="1589088"/>
          </a:xfrm>
          <a:prstGeom prst="rect">
            <a:avLst/>
          </a:prstGeom>
          <a:solidFill>
            <a:srgbClr val="FFFFFF"/>
          </a:solidFill>
          <a:ln w="9525" algn="ctr">
            <a:solidFill>
              <a:schemeClr val="bg2"/>
            </a:solidFill>
            <a:miter lim="800000"/>
            <a:headEnd/>
            <a:tailEnd/>
          </a:ln>
          <a:effectLst>
            <a:outerShdw dist="53882" dir="2700000" algn="ctr" rotWithShape="0">
              <a:srgbClr val="919191">
                <a:alpha val="50000"/>
              </a:srgbClr>
            </a:outerShdw>
          </a:effectLst>
        </p:spPr>
        <p:txBody>
          <a:bodyPr anchor="ctr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en-US" dirty="0">
                <a:solidFill>
                  <a:srgbClr val="000000"/>
                </a:solidFill>
              </a:rPr>
              <a:t>Questions? Comments?</a:t>
            </a:r>
          </a:p>
          <a:p>
            <a:pPr algn="ctr"/>
            <a:r>
              <a:rPr lang="en-US" altLang="en-US" dirty="0">
                <a:solidFill>
                  <a:srgbClr val="000000"/>
                </a:solidFill>
              </a:rPr>
              <a:t>Dan’s e-mail: </a:t>
            </a:r>
            <a:r>
              <a:rPr lang="en-US" altLang="en-US" dirty="0">
                <a:solidFill>
                  <a:srgbClr val="000000"/>
                </a:solidFill>
                <a:hlinkClick r:id="rId3"/>
              </a:rPr>
              <a:t>danc@onlc.com</a:t>
            </a:r>
            <a:endParaRPr lang="en-US" altLang="en-US" dirty="0">
              <a:solidFill>
                <a:srgbClr val="000000"/>
              </a:solidFill>
            </a:endParaRPr>
          </a:p>
          <a:p>
            <a:pPr algn="ctr"/>
            <a:r>
              <a:rPr lang="en-US" altLang="en-US" dirty="0">
                <a:solidFill>
                  <a:srgbClr val="000000"/>
                </a:solidFill>
              </a:rPr>
              <a:t>Dan’s cell #: ‪(617) 863-2310‬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E98B2E-6F98-2833-15D3-DF3140547EBF}"/>
              </a:ext>
            </a:extLst>
          </p:cNvPr>
          <p:cNvSpPr/>
          <p:nvPr/>
        </p:nvSpPr>
        <p:spPr>
          <a:xfrm>
            <a:off x="7530027" y="1304988"/>
            <a:ext cx="4369359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spc="-300" dirty="0">
                <a:ln w="22225">
                  <a:solidFill>
                    <a:srgbClr val="6666FF"/>
                  </a:solidFill>
                  <a:prstDash val="solid"/>
                </a:ln>
                <a:solidFill>
                  <a:srgbClr val="B823E1"/>
                </a:solidFill>
                <a:effectLst>
                  <a:outerShdw blurRad="50800" dist="38100" dir="2520000" algn="t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Lab:</a:t>
            </a:r>
          </a:p>
          <a:p>
            <a:pPr algn="ctr"/>
            <a:r>
              <a:rPr lang="en-US" sz="5400" spc="-300" dirty="0">
                <a:ln w="22225">
                  <a:solidFill>
                    <a:srgbClr val="6666FF"/>
                  </a:solidFill>
                  <a:prstDash val="solid"/>
                </a:ln>
                <a:solidFill>
                  <a:srgbClr val="B823E1"/>
                </a:solidFill>
                <a:effectLst>
                  <a:outerShdw blurRad="50800" dist="38100" dir="2520000" algn="t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10:00-10:45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5">
            <a:extLst>
              <a:ext uri="{FF2B5EF4-FFF2-40B4-BE49-F238E27FC236}">
                <a16:creationId xmlns:a16="http://schemas.microsoft.com/office/drawing/2014/main" id="{6F114DDE-4A6A-4198-8277-CFE8680208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50195"/>
            </a:srgbClr>
          </a:solidFill>
          <a:ln>
            <a:noFill/>
          </a:ln>
          <a:effectLst>
            <a:outerShdw dist="53882" dir="2700000" algn="ctr" rotWithShape="0">
              <a:srgbClr val="919191">
                <a:alpha val="5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endParaRPr lang="en-US" altLang="en-US"/>
          </a:p>
        </p:txBody>
      </p:sp>
      <p:pic>
        <p:nvPicPr>
          <p:cNvPr id="17412" name="Picture 6" descr="j0305257">
            <a:extLst>
              <a:ext uri="{FF2B5EF4-FFF2-40B4-BE49-F238E27FC236}">
                <a16:creationId xmlns:a16="http://schemas.microsoft.com/office/drawing/2014/main" id="{6ED6F39D-30E5-481D-804D-C3E8CE9318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8450" y="554038"/>
            <a:ext cx="1874838" cy="301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4" name="Rectangle 6">
            <a:extLst>
              <a:ext uri="{FF2B5EF4-FFF2-40B4-BE49-F238E27FC236}">
                <a16:creationId xmlns:a16="http://schemas.microsoft.com/office/drawing/2014/main" id="{75884B5D-A8FC-4292-BFDF-F357BA0D96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125" y="5038725"/>
            <a:ext cx="4348163" cy="1589088"/>
          </a:xfrm>
          <a:prstGeom prst="rect">
            <a:avLst/>
          </a:prstGeom>
          <a:solidFill>
            <a:srgbClr val="FFFFFF"/>
          </a:solidFill>
          <a:ln w="9525" algn="ctr">
            <a:solidFill>
              <a:schemeClr val="bg2"/>
            </a:solidFill>
            <a:miter lim="800000"/>
            <a:headEnd/>
            <a:tailEnd/>
          </a:ln>
          <a:effectLst>
            <a:outerShdw dist="53882" dir="2700000" algn="ctr" rotWithShape="0">
              <a:srgbClr val="919191">
                <a:alpha val="50000"/>
              </a:srgbClr>
            </a:outerShdw>
          </a:effectLst>
        </p:spPr>
        <p:txBody>
          <a:bodyPr anchor="ctr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en-US" dirty="0">
                <a:solidFill>
                  <a:srgbClr val="000000"/>
                </a:solidFill>
              </a:rPr>
              <a:t>Questions? Comments?</a:t>
            </a:r>
          </a:p>
          <a:p>
            <a:pPr algn="ctr"/>
            <a:r>
              <a:rPr lang="en-US" altLang="en-US" dirty="0">
                <a:solidFill>
                  <a:srgbClr val="000000"/>
                </a:solidFill>
              </a:rPr>
              <a:t>Dan’s e-mail: </a:t>
            </a:r>
            <a:r>
              <a:rPr lang="en-US" altLang="en-US" dirty="0">
                <a:solidFill>
                  <a:srgbClr val="000000"/>
                </a:solidFill>
                <a:hlinkClick r:id="rId3"/>
              </a:rPr>
              <a:t>danc@onlc.com</a:t>
            </a:r>
            <a:endParaRPr lang="en-US" altLang="en-US" dirty="0">
              <a:solidFill>
                <a:srgbClr val="000000"/>
              </a:solidFill>
            </a:endParaRPr>
          </a:p>
          <a:p>
            <a:pPr algn="ctr"/>
            <a:r>
              <a:rPr lang="en-US" altLang="en-US" dirty="0">
                <a:solidFill>
                  <a:srgbClr val="000000"/>
                </a:solidFill>
              </a:rPr>
              <a:t>Dan’s cell #: ‪(617) 863-2310‬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D460A4-7EB2-A317-6079-887E7D1435AE}"/>
              </a:ext>
            </a:extLst>
          </p:cNvPr>
          <p:cNvSpPr/>
          <p:nvPr/>
        </p:nvSpPr>
        <p:spPr>
          <a:xfrm rot="21197655">
            <a:off x="658789" y="1307411"/>
            <a:ext cx="5175502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spc="-300" dirty="0">
                <a:ln w="22225">
                  <a:solidFill>
                    <a:srgbClr val="6666FF"/>
                  </a:solidFill>
                  <a:prstDash val="solid"/>
                </a:ln>
                <a:solidFill>
                  <a:srgbClr val="B823E1"/>
                </a:solidFill>
                <a:effectLst>
                  <a:outerShdw blurRad="50800" dist="38100" dir="2520000" algn="t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Lab:</a:t>
            </a:r>
          </a:p>
          <a:p>
            <a:pPr algn="ctr"/>
            <a:r>
              <a:rPr lang="en-US" sz="5400" spc="-300" dirty="0">
                <a:ln w="22225">
                  <a:solidFill>
                    <a:srgbClr val="6666FF"/>
                  </a:solidFill>
                  <a:prstDash val="solid"/>
                </a:ln>
                <a:solidFill>
                  <a:srgbClr val="B823E1"/>
                </a:solidFill>
                <a:effectLst>
                  <a:outerShdw blurRad="50800" dist="38100" dir="2520000" algn="t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15:45-Done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89F50A-8C8B-9959-1899-AC51E960F380}"/>
              </a:ext>
            </a:extLst>
          </p:cNvPr>
          <p:cNvSpPr/>
          <p:nvPr/>
        </p:nvSpPr>
        <p:spPr>
          <a:xfrm>
            <a:off x="7395263" y="4599570"/>
            <a:ext cx="4304612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spc="-300" dirty="0">
                <a:ln w="22225">
                  <a:solidFill>
                    <a:srgbClr val="6666FF"/>
                  </a:solidFill>
                  <a:prstDash val="solid"/>
                </a:ln>
                <a:solidFill>
                  <a:srgbClr val="B823E1"/>
                </a:solidFill>
                <a:effectLst>
                  <a:outerShdw blurRad="50800" dist="38100" dir="2520000" algn="t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Have a great night!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9DFF27-9BFC-BB5F-BEDD-DFFE153567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0573" y="2987771"/>
            <a:ext cx="3502798" cy="1158684"/>
          </a:xfrm>
          <a:prstGeom prst="rect">
            <a:avLst/>
          </a:prstGeom>
          <a:solidFill>
            <a:srgbClr val="FFFFFF"/>
          </a:solidFill>
          <a:ln w="9525" algn="ctr">
            <a:solidFill>
              <a:schemeClr val="bg2"/>
            </a:solidFill>
            <a:miter lim="800000"/>
            <a:headEnd/>
            <a:tailEnd/>
          </a:ln>
          <a:effectLst>
            <a:outerShdw dist="53882" dir="2700000" algn="ctr" rotWithShape="0">
              <a:srgbClr val="919191">
                <a:alpha val="50000"/>
              </a:srgbClr>
            </a:outerShdw>
          </a:effectLst>
        </p:spPr>
        <p:txBody>
          <a:bodyPr anchor="ctr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defRPr/>
            </a:pPr>
            <a:r>
              <a:rPr lang="en-US" alt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Lab will continue tomorrow a.m. starting at 10:00 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5">
            <a:extLst>
              <a:ext uri="{FF2B5EF4-FFF2-40B4-BE49-F238E27FC236}">
                <a16:creationId xmlns:a16="http://schemas.microsoft.com/office/drawing/2014/main" id="{3D6FA976-A5DD-4DD8-9347-370E1EC21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50195"/>
            </a:srgbClr>
          </a:solidFill>
          <a:ln>
            <a:noFill/>
          </a:ln>
          <a:effectLst>
            <a:outerShdw dist="53882" dir="2700000" algn="ctr" rotWithShape="0">
              <a:srgbClr val="919191">
                <a:alpha val="5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18435" name="WordArt 3">
            <a:extLst>
              <a:ext uri="{FF2B5EF4-FFF2-40B4-BE49-F238E27FC236}">
                <a16:creationId xmlns:a16="http://schemas.microsoft.com/office/drawing/2014/main" id="{519D0A5D-262B-439F-A821-0846BF5614F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0" y="203200"/>
            <a:ext cx="7237413" cy="2432050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87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pPr algn="ctr"/>
            <a:r>
              <a:rPr lang="en-US" sz="36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 panose="020B0806030902050204" pitchFamily="34" charset="0"/>
              </a:rPr>
              <a:t>Good Morning</a:t>
            </a:r>
          </a:p>
        </p:txBody>
      </p:sp>
      <p:sp>
        <p:nvSpPr>
          <p:cNvPr id="18437" name="Rectangle 6">
            <a:extLst>
              <a:ext uri="{FF2B5EF4-FFF2-40B4-BE49-F238E27FC236}">
                <a16:creationId xmlns:a16="http://schemas.microsoft.com/office/drawing/2014/main" id="{228A7D4D-518C-437E-B2AA-2BBADA0495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125" y="5038725"/>
            <a:ext cx="4348163" cy="1589088"/>
          </a:xfrm>
          <a:prstGeom prst="rect">
            <a:avLst/>
          </a:prstGeom>
          <a:solidFill>
            <a:srgbClr val="FFFFFF"/>
          </a:solidFill>
          <a:ln w="9525" algn="ctr">
            <a:solidFill>
              <a:schemeClr val="bg2"/>
            </a:solidFill>
            <a:miter lim="800000"/>
            <a:headEnd/>
            <a:tailEnd/>
          </a:ln>
          <a:effectLst>
            <a:outerShdw dist="53882" dir="2700000" algn="ctr" rotWithShape="0">
              <a:srgbClr val="919191">
                <a:alpha val="50000"/>
              </a:srgbClr>
            </a:outerShdw>
          </a:effectLst>
        </p:spPr>
        <p:txBody>
          <a:bodyPr anchor="ctr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en-US" dirty="0">
                <a:solidFill>
                  <a:srgbClr val="000000"/>
                </a:solidFill>
              </a:rPr>
              <a:t>Questions? Comments?</a:t>
            </a:r>
          </a:p>
          <a:p>
            <a:pPr algn="ctr"/>
            <a:r>
              <a:rPr lang="en-US" altLang="en-US" dirty="0">
                <a:solidFill>
                  <a:srgbClr val="000000"/>
                </a:solidFill>
              </a:rPr>
              <a:t>Dan’s e-mail: </a:t>
            </a:r>
            <a:r>
              <a:rPr lang="en-US" altLang="en-US" dirty="0">
                <a:solidFill>
                  <a:srgbClr val="000000"/>
                </a:solidFill>
                <a:hlinkClick r:id="rId2"/>
              </a:rPr>
              <a:t>danc@onlc.com</a:t>
            </a:r>
            <a:endParaRPr lang="en-US" altLang="en-US" dirty="0">
              <a:solidFill>
                <a:srgbClr val="000000"/>
              </a:solidFill>
            </a:endParaRPr>
          </a:p>
          <a:p>
            <a:pPr algn="ctr"/>
            <a:r>
              <a:rPr lang="en-US" altLang="en-US" dirty="0">
                <a:solidFill>
                  <a:srgbClr val="000000"/>
                </a:solidFill>
              </a:rPr>
              <a:t>Dan’s cell #: ‪(617) 863-2310‬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5A51AC-A6B0-0826-BD2D-5AE89F47581F}"/>
              </a:ext>
            </a:extLst>
          </p:cNvPr>
          <p:cNvSpPr/>
          <p:nvPr/>
        </p:nvSpPr>
        <p:spPr>
          <a:xfrm>
            <a:off x="8364071" y="1234026"/>
            <a:ext cx="3626664" cy="25853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spc="-300" dirty="0">
                <a:ln w="22225">
                  <a:solidFill>
                    <a:srgbClr val="6666FF"/>
                  </a:solidFill>
                  <a:prstDash val="solid"/>
                </a:ln>
                <a:solidFill>
                  <a:srgbClr val="B823E1"/>
                </a:solidFill>
                <a:effectLst>
                  <a:outerShdw blurRad="50800" dist="38100" dir="2520000" algn="t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We will start at 10:00 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5">
            <a:extLst>
              <a:ext uri="{FF2B5EF4-FFF2-40B4-BE49-F238E27FC236}">
                <a16:creationId xmlns:a16="http://schemas.microsoft.com/office/drawing/2014/main" id="{D6EEE9F0-7576-46BD-B1DD-63C7FD9F7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50195"/>
            </a:srgbClr>
          </a:solidFill>
          <a:ln>
            <a:noFill/>
          </a:ln>
          <a:effectLst>
            <a:outerShdw dist="53882" dir="2700000" algn="ctr" rotWithShape="0">
              <a:srgbClr val="919191">
                <a:alpha val="5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19459" name="WordArt 3">
            <a:extLst>
              <a:ext uri="{FF2B5EF4-FFF2-40B4-BE49-F238E27FC236}">
                <a16:creationId xmlns:a16="http://schemas.microsoft.com/office/drawing/2014/main" id="{64F04201-AC3D-4918-A894-FC8834AA016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0" y="279400"/>
            <a:ext cx="7237413" cy="2432050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87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pPr algn="ctr"/>
            <a:r>
              <a:rPr lang="en-US" sz="36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 panose="020B0806030902050204" pitchFamily="34" charset="0"/>
              </a:rPr>
              <a:t>Thank You</a:t>
            </a:r>
          </a:p>
        </p:txBody>
      </p:sp>
      <p:sp>
        <p:nvSpPr>
          <p:cNvPr id="19461" name="Rectangle 6">
            <a:extLst>
              <a:ext uri="{FF2B5EF4-FFF2-40B4-BE49-F238E27FC236}">
                <a16:creationId xmlns:a16="http://schemas.microsoft.com/office/drawing/2014/main" id="{B768A1F0-BC40-4955-8484-3C5D2F867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125" y="5038725"/>
            <a:ext cx="4348163" cy="1589088"/>
          </a:xfrm>
          <a:prstGeom prst="rect">
            <a:avLst/>
          </a:prstGeom>
          <a:solidFill>
            <a:srgbClr val="FFFFFF"/>
          </a:solidFill>
          <a:ln w="9525" algn="ctr">
            <a:solidFill>
              <a:schemeClr val="bg2"/>
            </a:solidFill>
            <a:miter lim="800000"/>
            <a:headEnd/>
            <a:tailEnd/>
          </a:ln>
          <a:effectLst>
            <a:outerShdw dist="53882" dir="2700000" algn="ctr" rotWithShape="0">
              <a:srgbClr val="919191">
                <a:alpha val="50000"/>
              </a:srgbClr>
            </a:outerShdw>
          </a:effectLst>
        </p:spPr>
        <p:txBody>
          <a:bodyPr anchor="ctr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en-US" dirty="0">
                <a:solidFill>
                  <a:srgbClr val="000000"/>
                </a:solidFill>
              </a:rPr>
              <a:t>Questions? Comments?</a:t>
            </a:r>
          </a:p>
          <a:p>
            <a:pPr algn="ctr"/>
            <a:r>
              <a:rPr lang="en-US" altLang="en-US" dirty="0">
                <a:solidFill>
                  <a:srgbClr val="000000"/>
                </a:solidFill>
              </a:rPr>
              <a:t>Dan’s e-mail: </a:t>
            </a:r>
            <a:r>
              <a:rPr lang="en-US" altLang="en-US" dirty="0">
                <a:solidFill>
                  <a:srgbClr val="000000"/>
                </a:solidFill>
                <a:hlinkClick r:id="rId2"/>
              </a:rPr>
              <a:t>danc@onlc.com</a:t>
            </a:r>
            <a:endParaRPr lang="en-US" altLang="en-US" dirty="0">
              <a:solidFill>
                <a:srgbClr val="000000"/>
              </a:solidFill>
            </a:endParaRPr>
          </a:p>
          <a:p>
            <a:pPr algn="ctr"/>
            <a:r>
              <a:rPr lang="en-US" altLang="en-US" dirty="0">
                <a:solidFill>
                  <a:srgbClr val="000000"/>
                </a:solidFill>
              </a:rPr>
              <a:t>Dan’s cell #: ‪(617) 863-2310‬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68D394-0B6A-2604-F17B-FB8D09E23AE3}"/>
              </a:ext>
            </a:extLst>
          </p:cNvPr>
          <p:cNvSpPr/>
          <p:nvPr/>
        </p:nvSpPr>
        <p:spPr>
          <a:xfrm>
            <a:off x="7395263" y="4599570"/>
            <a:ext cx="4304612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spc="-300" dirty="0">
                <a:ln w="22225">
                  <a:solidFill>
                    <a:srgbClr val="6666FF"/>
                  </a:solidFill>
                  <a:prstDash val="solid"/>
                </a:ln>
                <a:solidFill>
                  <a:srgbClr val="B823E1"/>
                </a:solidFill>
                <a:effectLst>
                  <a:outerShdw blurRad="50800" dist="38100" dir="2520000" algn="t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Have a great night!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5">
            <a:extLst>
              <a:ext uri="{FF2B5EF4-FFF2-40B4-BE49-F238E27FC236}">
                <a16:creationId xmlns:a16="http://schemas.microsoft.com/office/drawing/2014/main" id="{492CD61F-F65A-4B62-B66C-919A509EDA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50195"/>
            </a:srgbClr>
          </a:solidFill>
          <a:ln>
            <a:noFill/>
          </a:ln>
          <a:effectLst>
            <a:outerShdw dist="53882" dir="2700000" algn="ctr" rotWithShape="0">
              <a:srgbClr val="919191">
                <a:alpha val="5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20483" name="WordArt 3">
            <a:extLst>
              <a:ext uri="{FF2B5EF4-FFF2-40B4-BE49-F238E27FC236}">
                <a16:creationId xmlns:a16="http://schemas.microsoft.com/office/drawing/2014/main" id="{E94F54D2-CBA6-4F7A-85E9-61CACEDA5F8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54000" y="203200"/>
            <a:ext cx="6892925" cy="2432050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87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pPr algn="ctr"/>
            <a:r>
              <a:rPr lang="en-US" sz="36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 panose="020B0806030902050204" pitchFamily="34" charset="0"/>
              </a:rPr>
              <a:t>Thank You</a:t>
            </a:r>
          </a:p>
        </p:txBody>
      </p:sp>
      <p:sp>
        <p:nvSpPr>
          <p:cNvPr id="20485" name="Rectangle 7">
            <a:extLst>
              <a:ext uri="{FF2B5EF4-FFF2-40B4-BE49-F238E27FC236}">
                <a16:creationId xmlns:a16="http://schemas.microsoft.com/office/drawing/2014/main" id="{B7DEC7F5-559B-4AB8-A5FF-8415AC1EC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900" y="3925888"/>
            <a:ext cx="3886200" cy="434975"/>
          </a:xfrm>
          <a:prstGeom prst="rect">
            <a:avLst/>
          </a:prstGeom>
          <a:solidFill>
            <a:srgbClr val="FFFFFF"/>
          </a:solidFill>
          <a:ln w="9525" algn="ctr">
            <a:solidFill>
              <a:schemeClr val="bg2"/>
            </a:solidFill>
            <a:miter lim="800000"/>
            <a:headEnd/>
            <a:tailEnd/>
          </a:ln>
          <a:effectLst>
            <a:outerShdw dist="53882" dir="2700000" algn="ctr" rotWithShape="0">
              <a:srgbClr val="919191">
                <a:alpha val="50000"/>
              </a:srgbClr>
            </a:outerShdw>
          </a:effec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en-US">
                <a:hlinkClick r:id="rId2"/>
              </a:rPr>
              <a:t>http://www.onlc.com/eval</a:t>
            </a:r>
            <a:endParaRPr lang="en-US" altLang="en-US"/>
          </a:p>
        </p:txBody>
      </p:sp>
      <p:pic>
        <p:nvPicPr>
          <p:cNvPr id="20486" name="Picture 6" descr="j0305257">
            <a:extLst>
              <a:ext uri="{FF2B5EF4-FFF2-40B4-BE49-F238E27FC236}">
                <a16:creationId xmlns:a16="http://schemas.microsoft.com/office/drawing/2014/main" id="{2E805A1A-50D6-45EA-B9C4-7EDAF59192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2338" y="1155700"/>
            <a:ext cx="1874837" cy="301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7" name="Rectangle 6">
            <a:extLst>
              <a:ext uri="{FF2B5EF4-FFF2-40B4-BE49-F238E27FC236}">
                <a16:creationId xmlns:a16="http://schemas.microsoft.com/office/drawing/2014/main" id="{C38A871C-3E41-4198-9B88-769F2149A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125" y="5038725"/>
            <a:ext cx="4348163" cy="1589088"/>
          </a:xfrm>
          <a:prstGeom prst="rect">
            <a:avLst/>
          </a:prstGeom>
          <a:solidFill>
            <a:srgbClr val="FFFFFF"/>
          </a:solidFill>
          <a:ln w="9525" algn="ctr">
            <a:solidFill>
              <a:schemeClr val="bg2"/>
            </a:solidFill>
            <a:miter lim="800000"/>
            <a:headEnd/>
            <a:tailEnd/>
          </a:ln>
          <a:effectLst>
            <a:outerShdw dist="53882" dir="2700000" algn="ctr" rotWithShape="0">
              <a:srgbClr val="919191">
                <a:alpha val="50000"/>
              </a:srgbClr>
            </a:outerShdw>
          </a:effectLst>
        </p:spPr>
        <p:txBody>
          <a:bodyPr anchor="ctr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en-US" dirty="0">
                <a:solidFill>
                  <a:srgbClr val="000000"/>
                </a:solidFill>
              </a:rPr>
              <a:t>Questions? Comments?</a:t>
            </a:r>
          </a:p>
          <a:p>
            <a:pPr algn="ctr"/>
            <a:r>
              <a:rPr lang="en-US" altLang="en-US" dirty="0">
                <a:solidFill>
                  <a:srgbClr val="000000"/>
                </a:solidFill>
              </a:rPr>
              <a:t>Dan’s e-mail: </a:t>
            </a:r>
            <a:r>
              <a:rPr lang="en-US" altLang="en-US" dirty="0">
                <a:solidFill>
                  <a:srgbClr val="000000"/>
                </a:solidFill>
                <a:hlinkClick r:id="rId4"/>
              </a:rPr>
              <a:t>danc@onlc.com</a:t>
            </a:r>
            <a:endParaRPr lang="en-US" altLang="en-US" dirty="0">
              <a:solidFill>
                <a:srgbClr val="000000"/>
              </a:solidFill>
            </a:endParaRPr>
          </a:p>
          <a:p>
            <a:pPr algn="ctr"/>
            <a:r>
              <a:rPr lang="en-US" altLang="en-US" dirty="0">
                <a:solidFill>
                  <a:srgbClr val="000000"/>
                </a:solidFill>
              </a:rPr>
              <a:t>Dan’s cell #: ‪(617) 863-2310‬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92F248-6EA5-0DA9-81FB-9CDBECD53DF6}"/>
              </a:ext>
            </a:extLst>
          </p:cNvPr>
          <p:cNvSpPr/>
          <p:nvPr/>
        </p:nvSpPr>
        <p:spPr>
          <a:xfrm>
            <a:off x="7395263" y="4215870"/>
            <a:ext cx="4304612" cy="22172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5400" spc="-300" dirty="0">
                <a:ln w="22225">
                  <a:solidFill>
                    <a:srgbClr val="6666FF"/>
                  </a:solidFill>
                  <a:prstDash val="solid"/>
                </a:ln>
                <a:solidFill>
                  <a:srgbClr val="B823E1"/>
                </a:solidFill>
                <a:effectLst>
                  <a:outerShdw blurRad="50800" dist="38100" dir="2520000" algn="t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Have a great weekend!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BA01E9D-05CD-4AED-8882-11B76047E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1100" y="331788"/>
            <a:ext cx="3160713" cy="4706937"/>
          </a:xfrm>
          <a:prstGeom prst="rect">
            <a:avLst/>
          </a:prstGeom>
          <a:solidFill>
            <a:srgbClr val="FFFFFF"/>
          </a:solidFill>
          <a:ln w="9525" algn="ctr">
            <a:solidFill>
              <a:schemeClr val="bg2"/>
            </a:solidFill>
            <a:miter lim="800000"/>
            <a:headEnd/>
            <a:tailEnd/>
          </a:ln>
          <a:effectLst>
            <a:outerShdw dist="53882" dir="2700000" algn="ctr" rotWithShape="0">
              <a:srgbClr val="919191">
                <a:alpha val="50000"/>
              </a:srgbClr>
            </a:outerShdw>
          </a:effec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defRPr/>
            </a:pPr>
            <a:r>
              <a:rPr lang="en-US" alt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NOTES:</a:t>
            </a:r>
          </a:p>
          <a:p>
            <a:pPr>
              <a:defRPr/>
            </a:pPr>
            <a:endParaRPr lang="en-US" altLang="en-US" sz="1400" b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en-US" altLang="en-US" sz="140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ONLC Azure Database Connection</a:t>
            </a:r>
          </a:p>
          <a:p>
            <a:pPr>
              <a:defRPr/>
            </a:pPr>
            <a:r>
              <a:rPr lang="en-US" alt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Server:</a:t>
            </a:r>
            <a:r>
              <a:rPr lang="en-US" altLang="en-US" sz="140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onlcdb.database.windows.net</a:t>
            </a:r>
          </a:p>
          <a:p>
            <a:pPr>
              <a:defRPr/>
            </a:pPr>
            <a:r>
              <a:rPr lang="en-US" alt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DB:</a:t>
            </a:r>
            <a:r>
              <a:rPr lang="en-US" altLang="en-US" sz="140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400" b="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AdventureWorksLT</a:t>
            </a:r>
            <a:endParaRPr lang="en-US" altLang="en-US" sz="1400" b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en-US" alt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User:</a:t>
            </a:r>
            <a:r>
              <a:rPr lang="en-US" altLang="en-US" sz="140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student</a:t>
            </a:r>
          </a:p>
          <a:p>
            <a:pPr>
              <a:defRPr/>
            </a:pPr>
            <a:r>
              <a:rPr lang="en-US" alt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Password:</a:t>
            </a:r>
            <a:r>
              <a:rPr lang="en-US" altLang="en-US" sz="140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Pa55w.rd</a:t>
            </a:r>
          </a:p>
          <a:p>
            <a:pPr>
              <a:defRPr/>
            </a:pPr>
            <a:endParaRPr lang="en-US" altLang="en-US" sz="1400" b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en-US" sz="14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Master_Template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accent1"/>
            </a:gs>
            <a:gs pos="100000">
              <a:srgbClr val="F3F4E2"/>
            </a:gs>
          </a:gsLst>
          <a:lin ang="5400000" scaled="1"/>
        </a:gradFill>
        <a:ln w="952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>
          <a:outerShdw dist="53882" dir="2700000" algn="ctr" rotWithShape="0">
            <a:srgbClr val="919191">
              <a:alpha val="50000"/>
            </a:srgbClr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accent1"/>
            </a:gs>
            <a:gs pos="100000">
              <a:srgbClr val="F3F4E2"/>
            </a:gs>
          </a:gsLst>
          <a:lin ang="5400000" scaled="1"/>
        </a:gradFill>
        <a:ln w="952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>
          <a:outerShdw dist="53882" dir="2700000" algn="ctr" rotWithShape="0">
            <a:srgbClr val="919191">
              <a:alpha val="50000"/>
            </a:srgbClr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8ae4afce-818c-4ab4-8e35-377c82201c18">
      <Terms xmlns="http://schemas.microsoft.com/office/infopath/2007/PartnerControls"/>
    </lcf76f155ced4ddcb4097134ff3c332f>
    <TaxCatchAll xmlns="e4656079-04af-46d3-b878-11c6a6b307f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17D0A5D2A94D41851BD81F437949EB" ma:contentTypeVersion="21" ma:contentTypeDescription="Create a new document." ma:contentTypeScope="" ma:versionID="254cb8d3861950677312d89de6ae9cc4">
  <xsd:schema xmlns:xsd="http://www.w3.org/2001/XMLSchema" xmlns:xs="http://www.w3.org/2001/XMLSchema" xmlns:p="http://schemas.microsoft.com/office/2006/metadata/properties" xmlns:ns1="http://schemas.microsoft.com/sharepoint/v3" xmlns:ns2="8ae4afce-818c-4ab4-8e35-377c82201c18" xmlns:ns3="6549f357-ea04-4fdc-a4ff-01e398dbae1f" xmlns:ns4="e4656079-04af-46d3-b878-11c6a6b307f4" targetNamespace="http://schemas.microsoft.com/office/2006/metadata/properties" ma:root="true" ma:fieldsID="b83a5e175a87534f94087c9b52ab0ac1" ns1:_="" ns2:_="" ns3:_="" ns4:_="">
    <xsd:import namespace="http://schemas.microsoft.com/sharepoint/v3"/>
    <xsd:import namespace="8ae4afce-818c-4ab4-8e35-377c82201c18"/>
    <xsd:import namespace="6549f357-ea04-4fdc-a4ff-01e398dbae1f"/>
    <xsd:import namespace="e4656079-04af-46d3-b878-11c6a6b307f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2:MediaLengthInSeconds" minOccurs="0"/>
                <xsd:element ref="ns4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e4afce-818c-4ab4-8e35-377c82201c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97482c16-71b5-4f29-983f-38b02f16075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49f357-ea04-4fdc-a4ff-01e398dbae1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656079-04af-46d3-b878-11c6a6b307f4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91685567-697e-4a4f-b6f0-c40dcf98562c}" ma:internalName="TaxCatchAll" ma:showField="CatchAllData" ma:web="e4656079-04af-46d3-b878-11c6a6b307f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6CCF195-CE83-416E-80F5-F390E8F0D98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8ae4afce-818c-4ab4-8e35-377c82201c18"/>
    <ds:schemaRef ds:uri="e4656079-04af-46d3-b878-11c6a6b307f4"/>
  </ds:schemaRefs>
</ds:datastoreItem>
</file>

<file path=customXml/itemProps2.xml><?xml version="1.0" encoding="utf-8"?>
<ds:datastoreItem xmlns:ds="http://schemas.openxmlformats.org/officeDocument/2006/customXml" ds:itemID="{53DADCD8-1F27-4EB8-A54A-D134C3F6342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29B9250-9738-448A-8174-BF03BCE1B95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8ae4afce-818c-4ab4-8e35-377c82201c18"/>
    <ds:schemaRef ds:uri="6549f357-ea04-4fdc-a4ff-01e398dbae1f"/>
    <ds:schemaRef ds:uri="e4656079-04af-46d3-b878-11c6a6b307f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7259</TotalTime>
  <Words>545</Words>
  <Application>Microsoft Office PowerPoint</Application>
  <PresentationFormat>Widescreen</PresentationFormat>
  <Paragraphs>87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8" baseType="lpstr">
      <vt:lpstr>Arial</vt:lpstr>
      <vt:lpstr>Arial Black</vt:lpstr>
      <vt:lpstr>Arial Narrow</vt:lpstr>
      <vt:lpstr>Courier New</vt:lpstr>
      <vt:lpstr>Impact</vt:lpstr>
      <vt:lpstr>Segoe</vt:lpstr>
      <vt:lpstr>Segoe Light</vt:lpstr>
      <vt:lpstr>Segoe Semibold</vt:lpstr>
      <vt:lpstr>Times New Roman</vt:lpstr>
      <vt:lpstr>Verdana</vt:lpstr>
      <vt:lpstr>Wingdings</vt:lpstr>
      <vt:lpstr>2_Master_Template</vt:lpstr>
      <vt:lpstr>PowerPoint Presentation</vt:lpstr>
      <vt:lpstr>Course Title Here </vt:lpstr>
      <vt:lpstr>The Jabra Speaker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Costello Technical Consulting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Artwork</dc:title>
  <dc:creator>Dan Costello</dc:creator>
  <cp:lastModifiedBy>Dan Costello</cp:lastModifiedBy>
  <cp:revision>130</cp:revision>
  <dcterms:created xsi:type="dcterms:W3CDTF">2006-12-13T23:57:27Z</dcterms:created>
  <dcterms:modified xsi:type="dcterms:W3CDTF">2026-04-29T19:10:50Z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0x010100DF17D0A5D2A94D41851BD81F437949EB</vt:lpwstr>
  </property>
  <property fmtid="{D5CDD505-2E9C-101B-9397-08002B2CF9AE}" pid="3" name="MediaServiceImageTags">
    <vt:lpwstr/>
  </property>
</Properties>
</file>